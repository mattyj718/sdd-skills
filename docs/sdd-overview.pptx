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2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9" r:id="rId4"/>
  </p:sldMasterIdLst>
  <p:notesMasterIdLst>
    <p:notesMasterId r:id="rId68"/>
  </p:notesMasterIdLst>
  <p:handoutMasterIdLst>
    <p:handoutMasterId r:id="rId69"/>
  </p:handout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</p:sldIdLst>
  <p:sldSz cx="12192000" cy="6858000"/>
  <p:notesSz cx="6858000" cy="9144000"/>
  <p:embeddedFontLst>
    <p:embeddedFont>
      <p:font typeface="Poppins" panose="00000500000000000000" pitchFamily="2" charset="0"/>
      <p:regular r:id="rId70"/>
      <p:bold r:id="rId71"/>
      <p:italic r:id="rId72"/>
      <p:boldItalic r:id="rId73"/>
    </p:embeddedFont>
    <p:embeddedFont>
      <p:font typeface="Poppins Medium" panose="00000600000000000000" pitchFamily="2" charset="0"/>
      <p:regular r:id="rId74"/>
      <p:italic r:id="rId75"/>
    </p:embeddedFont>
    <p:embeddedFont>
      <p:font typeface="Poppins SemiBold" panose="00000700000000000000" pitchFamily="2" charset="0"/>
      <p:regular r:id="rId76"/>
      <p:bold r:id="rId77"/>
      <p:italic r:id="rId78"/>
      <p:boldItalic r:id="rId7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WAN" id="{49192528-DA23-4493-AC3E-07E57629B13D}">
          <p14:sldIdLst>
            <p14:sldId id="400"/>
            <p14:sldId id="362"/>
            <p14:sldId id="363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5"/>
          </p14:sldIdLst>
        </p14:section>
        <p14:section name="User Guide" id="{F14A7F7D-5ED5-416C-81E4-2CB3F29698A3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ssets" id="{E838F53A-5990-43A0-B6C3-F864D471E0A9}">
          <p14:sldIdLst>
            <p14:sldId id="361"/>
            <p14:sldId id="398"/>
            <p14:sldId id="267"/>
            <p14:sldId id="399"/>
            <p14:sldId id="295"/>
            <p14:sldId id="296"/>
            <p14:sldId id="293"/>
            <p14:sldId id="268"/>
            <p14:sldId id="270"/>
            <p14:sldId id="273"/>
            <p14:sldId id="274"/>
            <p14:sldId id="275"/>
            <p14:sldId id="336"/>
            <p14:sldId id="345"/>
            <p14:sldId id="335"/>
            <p14:sldId id="292"/>
            <p14:sldId id="269"/>
            <p14:sldId id="277"/>
            <p14:sldId id="346"/>
            <p14:sldId id="352"/>
            <p14:sldId id="34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D1"/>
    <a:srgbClr val="F0F1FA"/>
    <a:srgbClr val="007F99"/>
    <a:srgbClr val="00C0C9"/>
    <a:srgbClr val="F09DC8"/>
    <a:srgbClr val="E971B0"/>
    <a:srgbClr val="2C83FE"/>
    <a:srgbClr val="87BFCF"/>
    <a:srgbClr val="A995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66543E-EEB1-2913-27B2-CE24B56CC71B}" v="1" dt="2026-03-12T15:00:24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68" Type="http://schemas.openxmlformats.org/officeDocument/2006/relationships/notesMaster" Target="notesMasters/notesMaster1.xml"/><Relationship Id="rId69" Type="http://schemas.openxmlformats.org/officeDocument/2006/relationships/handoutMaster" Target="handoutMasters/handoutMaster1.xml"/><Relationship Id="rId70" Type="http://schemas.openxmlformats.org/officeDocument/2006/relationships/font" Target="fonts/font1.fntdata"/><Relationship Id="rId71" Type="http://schemas.openxmlformats.org/officeDocument/2006/relationships/font" Target="fonts/font2.fntdata"/><Relationship Id="rId72" Type="http://schemas.openxmlformats.org/officeDocument/2006/relationships/font" Target="fonts/font3.fntdata"/><Relationship Id="rId73" Type="http://schemas.openxmlformats.org/officeDocument/2006/relationships/font" Target="fonts/font4.fntdata"/><Relationship Id="rId74" Type="http://schemas.openxmlformats.org/officeDocument/2006/relationships/font" Target="fonts/font5.fntdata"/><Relationship Id="rId75" Type="http://schemas.openxmlformats.org/officeDocument/2006/relationships/font" Target="fonts/font6.fntdata"/><Relationship Id="rId76" Type="http://schemas.openxmlformats.org/officeDocument/2006/relationships/font" Target="fonts/font7.fntdata"/><Relationship Id="rId77" Type="http://schemas.openxmlformats.org/officeDocument/2006/relationships/font" Target="fonts/font8.fntdata"/><Relationship Id="rId78" Type="http://schemas.openxmlformats.org/officeDocument/2006/relationships/font" Target="fonts/font9.fntdata"/><Relationship Id="rId79" Type="http://schemas.openxmlformats.org/officeDocument/2006/relationships/font" Target="fonts/font10.fntdata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Relationship Id="rId84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423559-65D8-6511-422C-29093FC880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35A3BE-540F-5859-1528-8A3AD83ADD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B2BC5-B209-4F1E-815E-CB8DEF81ADA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89E10-C8DB-DEFE-D75D-2DFF17BA0B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66C65-8CBF-BE12-E083-F765A28637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B6DDD-2760-47EB-8721-C22871F73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829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FAC8D-DB3E-485A-B8A0-B9D3C822604A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BF40F7-9C78-4138-B7B1-AF213C5116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08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6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ark (1)">
    <p:bg>
      <p:bgPr>
        <a:gradFill flip="none" rotWithShape="1">
          <a:gsLst>
            <a:gs pos="0">
              <a:srgbClr val="0851A7"/>
            </a:gs>
            <a:gs pos="100000">
              <a:srgbClr val="061A40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AB138012-89CF-B2E9-2636-4E39A85208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" t="855" r="855" b="855"/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BF78C7-551F-80B3-7E62-F7E0702F8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7" y="1766384"/>
            <a:ext cx="7583915" cy="3314902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CEA9E1-7F61-91C1-A7D3-D32BE62659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0981" y="1766384"/>
            <a:ext cx="2033588" cy="48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170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ark (2)">
    <p:bg>
      <p:bgPr>
        <a:gradFill flip="none" rotWithShape="1">
          <a:gsLst>
            <a:gs pos="0">
              <a:srgbClr val="0851A7"/>
            </a:gs>
            <a:gs pos="100000">
              <a:srgbClr val="061A40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E83B99D9-6708-ECC9-8EF9-2475B9166F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1DB159-6190-1D64-B6D8-D52C614EA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7" y="1766384"/>
            <a:ext cx="7583915" cy="3314902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9C35B11-EE0F-6C1B-E76E-D19D2FA857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0981" y="1766384"/>
            <a:ext cx="2033588" cy="48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4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ark (3)">
    <p:bg>
      <p:bgPr>
        <a:gradFill flip="none" rotWithShape="1">
          <a:gsLst>
            <a:gs pos="0">
              <a:srgbClr val="0851A7"/>
            </a:gs>
            <a:gs pos="22000">
              <a:srgbClr val="07336F"/>
            </a:gs>
            <a:gs pos="65000">
              <a:srgbClr val="061A40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33CF59E-A9D3-ADC5-B4C3-D56573F50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7" y="1766384"/>
            <a:ext cx="7583915" cy="3314902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BDB721D-75D2-0708-28BF-924994CCFB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80981" y="1766384"/>
            <a:ext cx="2033588" cy="48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60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Vibrant">
    <p:bg>
      <p:bgPr>
        <a:gradFill flip="none" rotWithShape="1">
          <a:gsLst>
            <a:gs pos="0">
              <a:srgbClr val="00C0C9"/>
            </a:gs>
            <a:gs pos="100000">
              <a:srgbClr val="2C83FE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3F2E4780-7597-C97C-0901-88B283F776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82D6D9-D5A9-2819-7B7F-B0E6485874FA}"/>
              </a:ext>
            </a:extLst>
          </p:cNvPr>
          <p:cNvSpPr>
            <a:spLocks/>
          </p:cNvSpPr>
          <p:nvPr userDrawn="1"/>
        </p:nvSpPr>
        <p:spPr>
          <a:xfrm>
            <a:off x="374374" y="2713546"/>
            <a:ext cx="11443251" cy="2932043"/>
          </a:xfrm>
          <a:prstGeom prst="roundRect">
            <a:avLst>
              <a:gd name="adj" fmla="val 703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BF78C7-551F-80B3-7E62-F7E0702F8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1173" y="1501135"/>
            <a:ext cx="4249653" cy="715453"/>
          </a:xfrm>
        </p:spPr>
        <p:txBody>
          <a:bodyPr lIns="90000" tIns="46800" rIns="90000" bIns="46800" anchor="b"/>
          <a:lstStyle>
            <a:lvl1pPr algn="ctr">
              <a:defRPr sz="3400">
                <a:solidFill>
                  <a:schemeClr val="tx1"/>
                </a:solidFill>
              </a:defRPr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5D666FF-CD11-62F7-2EDD-431B6B1657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9235" y="3000651"/>
            <a:ext cx="10853531" cy="2387192"/>
          </a:xfrm>
        </p:spPr>
        <p:txBody>
          <a:bodyPr/>
          <a:lstStyle>
            <a:lvl1pPr>
              <a:lnSpc>
                <a:spcPts val="4480"/>
              </a:lnSpc>
              <a:defRPr sz="3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16686322-BB98-7588-5D38-BD619EA2B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64C4110-06D5-514B-999A-53A7633CA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7B952B5-26F3-1B25-F8BF-4E622A4D21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0981" y="288923"/>
            <a:ext cx="2033588" cy="48806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AC7E841-1F8D-916F-7DC0-10009E321BFC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08186C1-583E-D92E-EAA3-A99644E280F6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CDD073B-E683-6F90-AC7D-2C5D99DC721E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9EC045E4-AE94-02CC-C15E-A56BC1A17B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53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834EDCD-142D-52EF-6FA5-81227D48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EE2DB-DEAB-F01C-609C-50BCDC8AA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4B90458-976D-F792-0C7B-79D2D80563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3049" y="1532709"/>
            <a:ext cx="5797931" cy="2101338"/>
          </a:xfrm>
        </p:spPr>
        <p:txBody>
          <a:bodyPr anchor="b"/>
          <a:lstStyle>
            <a:lvl1pPr>
              <a:defRPr sz="54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Add divider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BF1BD7-6D74-136E-C3CC-B63CDFF77A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6721" y="1532709"/>
            <a:ext cx="3438999" cy="2403566"/>
          </a:xfrm>
        </p:spPr>
        <p:txBody>
          <a:bodyPr anchor="b"/>
          <a:lstStyle>
            <a:lvl1pPr algn="r">
              <a:defRPr sz="14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E03FC8F-0637-C0B7-2A14-EBC26F056B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80981" y="288923"/>
            <a:ext cx="2033588" cy="48806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0A28A47-AEC2-80B8-4071-20413C2992C0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7D19440-D76C-BD16-6EB8-FA319B7AA054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694B2D1-3B12-55E0-FF33-F26F8256EDBA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CA263A8E-0884-0447-CD68-2A3FF2166A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733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CEEC742-CC3A-4035-2298-4BEA859DE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5999" cy="68579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9749B35-7214-891C-0BD2-F1D6E6992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B791ECF6-B145-11CC-765F-2DAD3937E9F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5965" y="1556623"/>
            <a:ext cx="5446796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C47D083-D62C-3A72-D6E1-2CC75986AE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1CA1936A-C5DE-B820-1E0E-B2FF64E21A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534FE484-A641-E6FB-83B4-680DB400CD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564991" y="6526852"/>
            <a:ext cx="665567" cy="19236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671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B791ECF6-B145-11CC-765F-2DAD3937E9F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5965" y="1556623"/>
            <a:ext cx="11226830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68964D8-D8BA-2767-2B2E-6C4FCD791C72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4B4DE18-2E51-FA34-7576-1D7F2BBA686B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AEF6400-D440-B3EC-1A1B-C43E6A8A1F28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62E6CBA5-2687-045D-F0F8-86C1F4D27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6" name="Title 15">
            <a:extLst>
              <a:ext uri="{FF2B5EF4-FFF2-40B4-BE49-F238E27FC236}">
                <a16:creationId xmlns:a16="http://schemas.microsoft.com/office/drawing/2014/main" id="{30DF11C6-B8AF-772F-64EC-987FA92C00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8863DA-7B63-2D49-1D7D-57C5EB766A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2068924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B791ECF6-B145-11CC-765F-2DAD3937E9F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5965" y="1556623"/>
            <a:ext cx="5446796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30">
            <a:extLst>
              <a:ext uri="{FF2B5EF4-FFF2-40B4-BE49-F238E27FC236}">
                <a16:creationId xmlns:a16="http://schemas.microsoft.com/office/drawing/2014/main" id="{09654A70-EE4E-0357-1782-B54EB6F9DBC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096000" y="1556623"/>
            <a:ext cx="5446796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85A616B-4ECB-D2C1-338D-9E101D56B813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DCDFFA9-8CFC-9FBE-050F-A0E69B592359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2FBB4BB-70B8-004A-7ED6-54D29AB33414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4" name="Graphic 23">
            <a:extLst>
              <a:ext uri="{FF2B5EF4-FFF2-40B4-BE49-F238E27FC236}">
                <a16:creationId xmlns:a16="http://schemas.microsoft.com/office/drawing/2014/main" id="{07476970-8338-B699-F5D2-0603958EE2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7" name="Title 15">
            <a:extLst>
              <a:ext uri="{FF2B5EF4-FFF2-40B4-BE49-F238E27FC236}">
                <a16:creationId xmlns:a16="http://schemas.microsoft.com/office/drawing/2014/main" id="{1576FE49-A90F-97B3-8120-6196707DDF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780C71F-AE75-983B-6646-80AFA5063E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541739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B791ECF6-B145-11CC-765F-2DAD3937E9F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5965" y="1556623"/>
            <a:ext cx="3573243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926184C-5A2E-B63E-03CD-A4361C9D0AD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142759" y="1556623"/>
            <a:ext cx="3573243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E407F5B2-7F9D-3EA1-AAAB-8FD25D1C611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69553" y="1556623"/>
            <a:ext cx="3573243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735655-0417-1B1D-1962-A83D93A98775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24FC75F-5AA1-89FE-F1B9-6193313E6A0B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36B5F05-E575-354E-7364-C696737B84AD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5" name="Graphic 24">
            <a:extLst>
              <a:ext uri="{FF2B5EF4-FFF2-40B4-BE49-F238E27FC236}">
                <a16:creationId xmlns:a16="http://schemas.microsoft.com/office/drawing/2014/main" id="{35DCF6B4-D762-8802-9E59-CF795C16B4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6" name="Title 15">
            <a:extLst>
              <a:ext uri="{FF2B5EF4-FFF2-40B4-BE49-F238E27FC236}">
                <a16:creationId xmlns:a16="http://schemas.microsoft.com/office/drawing/2014/main" id="{4AA49D41-C5C5-1BD2-3B77-7690956C1B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2CFBB3-087E-1983-F91C-7AD5151208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1527557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B791ECF6-B145-11CC-765F-2DAD3937E9F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5965" y="1556623"/>
            <a:ext cx="2543039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926184C-5A2E-B63E-03CD-A4361C9D0AD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5159" y="1556623"/>
            <a:ext cx="2543039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E407F5B2-7F9D-3EA1-AAAB-8FD25D1C611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99757" y="1556623"/>
            <a:ext cx="2543039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30">
            <a:extLst>
              <a:ext uri="{FF2B5EF4-FFF2-40B4-BE49-F238E27FC236}">
                <a16:creationId xmlns:a16="http://schemas.microsoft.com/office/drawing/2014/main" id="{0BCB030E-0E51-AC1C-E466-25E50422B9A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210562" y="1556623"/>
            <a:ext cx="2543039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01C3A1A-9DE2-C083-915C-DB144824ADEE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58FA059-4EF1-D620-77B8-9D04B6833842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030EA40-459A-FE82-8576-15A3BABDA7DC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6" name="Graphic 25">
            <a:extLst>
              <a:ext uri="{FF2B5EF4-FFF2-40B4-BE49-F238E27FC236}">
                <a16:creationId xmlns:a16="http://schemas.microsoft.com/office/drawing/2014/main" id="{7E451F4A-FB4D-7206-5CC0-0DD279E94D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7" name="Title 15">
            <a:extLst>
              <a:ext uri="{FF2B5EF4-FFF2-40B4-BE49-F238E27FC236}">
                <a16:creationId xmlns:a16="http://schemas.microsoft.com/office/drawing/2014/main" id="{CB9C19E6-F849-60D9-BA10-E4B1503BD1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511D5FA-AB16-826F-5E2E-21135EA001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2503261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Ke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B791ECF6-B145-11CC-765F-2DAD3937E9F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5965" y="1556623"/>
            <a:ext cx="7060195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5FB003-8CB3-91BC-CE0E-89965C3DEF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61275" y="2534920"/>
            <a:ext cx="3881521" cy="2313404"/>
          </a:xfrm>
        </p:spPr>
        <p:txBody>
          <a:bodyPr anchor="ctr"/>
          <a:lstStyle>
            <a:lvl1pPr>
              <a:defRPr sz="28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FAB95F-6A60-D15B-0553-41B924415813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4DDAB4-C69C-D57B-B634-26A25743A283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C2BDA23-7DB1-1969-55C0-50809CD44874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4" name="Graphic 23">
            <a:extLst>
              <a:ext uri="{FF2B5EF4-FFF2-40B4-BE49-F238E27FC236}">
                <a16:creationId xmlns:a16="http://schemas.microsoft.com/office/drawing/2014/main" id="{7AA9A0D6-63F8-BFC2-5E3E-B0C0CB5229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6" name="Title 15">
            <a:extLst>
              <a:ext uri="{FF2B5EF4-FFF2-40B4-BE49-F238E27FC236}">
                <a16:creationId xmlns:a16="http://schemas.microsoft.com/office/drawing/2014/main" id="{C318A785-ADA2-C495-30E0-182E670476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C402240-7E90-8963-2761-F739E7B6B5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383630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5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B791ECF6-B145-11CC-765F-2DAD3937E9F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5965" y="1556623"/>
            <a:ext cx="7060195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FF63418-57AB-66CA-DFA6-D3E4E02D1E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64921" y="1477540"/>
            <a:ext cx="3774558" cy="729035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txBody>
          <a:bodyPr lIns="144000" tIns="72000" rIns="144000" bIns="72000" anchor="ctr"/>
          <a:lstStyle>
            <a:lvl1pPr algn="ctr">
              <a:defRPr sz="14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DCE14C9-5066-347D-867F-4B9315806A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64921" y="2400567"/>
            <a:ext cx="3774558" cy="729035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txBody>
          <a:bodyPr lIns="144000" tIns="72000" rIns="144000" bIns="72000" anchor="ctr"/>
          <a:lstStyle>
            <a:lvl1pPr algn="ctr">
              <a:defRPr sz="14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835217FA-6C8A-37AE-04AC-943F778F3A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64921" y="3328325"/>
            <a:ext cx="3774558" cy="729035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txBody>
          <a:bodyPr lIns="144000" tIns="72000" rIns="144000" bIns="72000" anchor="ctr"/>
          <a:lstStyle>
            <a:lvl1pPr algn="ctr">
              <a:defRPr sz="14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8EECE15-2425-E94D-F2D8-51C4FFB393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4921" y="4257489"/>
            <a:ext cx="3774558" cy="729035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txBody>
          <a:bodyPr lIns="144000" tIns="72000" rIns="144000" bIns="72000" anchor="ctr"/>
          <a:lstStyle>
            <a:lvl1pPr algn="ctr">
              <a:defRPr sz="14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9572002E-B5F4-B843-3A77-5E62DF7FF0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64921" y="5176668"/>
            <a:ext cx="3774558" cy="729035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txBody>
          <a:bodyPr lIns="144000" tIns="72000" rIns="144000" bIns="72000" anchor="ctr"/>
          <a:lstStyle>
            <a:lvl1pPr algn="ctr">
              <a:defRPr sz="1400"/>
            </a:lvl1pPr>
          </a:lstStyle>
          <a:p>
            <a:pPr lvl="0"/>
            <a:r>
              <a:rPr lang="en-US"/>
              <a:t>Add text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D746D2E-7E8D-3FB1-C31A-684771F30285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1B4C4F0-BC26-AE85-C11F-C7CD0CAF7256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9077FD2-40A0-2176-0D7C-F11792B586F7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68882A72-FA56-B6D1-B4C3-6E3DC8F717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6" name="Title 15">
            <a:extLst>
              <a:ext uri="{FF2B5EF4-FFF2-40B4-BE49-F238E27FC236}">
                <a16:creationId xmlns:a16="http://schemas.microsoft.com/office/drawing/2014/main" id="{BEDAD580-D85F-3017-C635-7CBD61EA71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8CF4C14-A5CB-233B-8FAD-7762903431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906077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80352C73-4E1D-F7F5-DBD4-8C1F2CAF47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122" y="1539604"/>
            <a:ext cx="5106557" cy="307777"/>
          </a:xfrm>
        </p:spPr>
        <p:txBody>
          <a:bodyPr/>
          <a:lstStyle>
            <a:lvl1pPr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rgbClr val="061A4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1F458303-3BF7-E0B4-1B6A-0DAD09A876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76704" y="2738459"/>
            <a:ext cx="6494415" cy="668430"/>
          </a:xfrm>
          <a:prstGeom prst="roundRect">
            <a:avLst>
              <a:gd name="adj" fmla="val 13357"/>
            </a:avLst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512000" rtlCol="0" anchor="ctr" anchorCtr="0"/>
          <a:lstStyle>
            <a:lvl1pPr>
              <a:def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</a:defRPr>
            </a:lvl1pPr>
          </a:lstStyle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Add text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C02F1608-6481-6716-930E-6AB404D403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528" y="2738459"/>
            <a:ext cx="6093400" cy="668430"/>
          </a:xfrm>
          <a:prstGeom prst="roundRect">
            <a:avLst>
              <a:gd name="adj" fmla="val 13357"/>
            </a:avLst>
          </a:prstGeom>
          <a:solidFill>
            <a:schemeClr val="bg1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63" name="Text Placeholder 49">
            <a:extLst>
              <a:ext uri="{FF2B5EF4-FFF2-40B4-BE49-F238E27FC236}">
                <a16:creationId xmlns:a16="http://schemas.microsoft.com/office/drawing/2014/main" id="{1F54E916-11E9-AFA0-A2DB-482AD2467E1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879658" y="2856333"/>
            <a:ext cx="432683" cy="432683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EE0188FF-737D-2333-27A9-C227CBC7FD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76705" y="3550457"/>
            <a:ext cx="6494415" cy="668430"/>
          </a:xfrm>
          <a:prstGeom prst="roundRect">
            <a:avLst>
              <a:gd name="adj" fmla="val 13357"/>
            </a:avLst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512000" rtlCol="0" anchor="ctr" anchorCtr="0"/>
          <a:lstStyle>
            <a:lvl1pPr>
              <a:def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</a:defRPr>
            </a:lvl1pPr>
          </a:lstStyle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FFCE95F2-7204-2A53-D7A9-48A0AE4059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528" y="3550457"/>
            <a:ext cx="6093400" cy="668430"/>
          </a:xfrm>
          <a:prstGeom prst="roundRect">
            <a:avLst>
              <a:gd name="adj" fmla="val 13357"/>
            </a:avLst>
          </a:prstGeom>
          <a:solidFill>
            <a:schemeClr val="bg1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64" name="Text Placeholder 49">
            <a:extLst>
              <a:ext uri="{FF2B5EF4-FFF2-40B4-BE49-F238E27FC236}">
                <a16:creationId xmlns:a16="http://schemas.microsoft.com/office/drawing/2014/main" id="{CEA874A8-5FD1-CC30-A346-D71A5FC927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79658" y="3668330"/>
            <a:ext cx="432683" cy="432683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FD3664F3-6657-1C90-98F0-F75C6817F2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76705" y="4368956"/>
            <a:ext cx="6494415" cy="668430"/>
          </a:xfrm>
          <a:prstGeom prst="roundRect">
            <a:avLst>
              <a:gd name="adj" fmla="val 13357"/>
            </a:avLst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512000" rtlCol="0" anchor="ctr" anchorCtr="0"/>
          <a:lstStyle>
            <a:lvl1pPr>
              <a:def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</a:defRPr>
            </a:lvl1pPr>
          </a:lstStyle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Add text</a:t>
            </a:r>
          </a:p>
        </p:txBody>
      </p:sp>
      <p:sp>
        <p:nvSpPr>
          <p:cNvPr id="60" name="Text Placeholder 14">
            <a:extLst>
              <a:ext uri="{FF2B5EF4-FFF2-40B4-BE49-F238E27FC236}">
                <a16:creationId xmlns:a16="http://schemas.microsoft.com/office/drawing/2014/main" id="{FBFFBF66-2659-91E3-A965-A5D5094FAF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2528" y="4368956"/>
            <a:ext cx="6093400" cy="668430"/>
          </a:xfrm>
          <a:prstGeom prst="roundRect">
            <a:avLst>
              <a:gd name="adj" fmla="val 13357"/>
            </a:avLst>
          </a:prstGeom>
          <a:solidFill>
            <a:schemeClr val="bg1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65" name="Text Placeholder 49">
            <a:extLst>
              <a:ext uri="{FF2B5EF4-FFF2-40B4-BE49-F238E27FC236}">
                <a16:creationId xmlns:a16="http://schemas.microsoft.com/office/drawing/2014/main" id="{134C6AA0-6A1E-4344-49AE-4906E8E12A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79658" y="4486829"/>
            <a:ext cx="432683" cy="432683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7043F3C6-171C-DE11-A361-B13FCA16A2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76705" y="1917331"/>
            <a:ext cx="6494415" cy="668430"/>
          </a:xfrm>
          <a:prstGeom prst="roundRect">
            <a:avLst>
              <a:gd name="adj" fmla="val 13357"/>
            </a:avLst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512000" rtlCol="0" anchor="ctr" anchorCtr="0"/>
          <a:lstStyle>
            <a:lvl1pPr>
              <a:def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</a:defRPr>
            </a:lvl1pPr>
          </a:lstStyle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E14E3137-4305-E79D-07E3-F08B268DBD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528" y="1917331"/>
            <a:ext cx="6093400" cy="668430"/>
          </a:xfrm>
          <a:prstGeom prst="roundRect">
            <a:avLst>
              <a:gd name="adj" fmla="val 13357"/>
            </a:avLst>
          </a:prstGeom>
          <a:solidFill>
            <a:schemeClr val="bg1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3564B8C4-9792-A53F-A032-EF068CE558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9658" y="2035205"/>
            <a:ext cx="432683" cy="432683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1" name="Text Placeholder 14">
            <a:extLst>
              <a:ext uri="{FF2B5EF4-FFF2-40B4-BE49-F238E27FC236}">
                <a16:creationId xmlns:a16="http://schemas.microsoft.com/office/drawing/2014/main" id="{51E1581E-6367-53A3-68C2-BBA67FB5DF1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76705" y="5187455"/>
            <a:ext cx="6494415" cy="668430"/>
          </a:xfrm>
          <a:prstGeom prst="roundRect">
            <a:avLst>
              <a:gd name="adj" fmla="val 13357"/>
            </a:avLst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512000" rtlCol="0" anchor="ctr" anchorCtr="0"/>
          <a:lstStyle>
            <a:lvl1pPr>
              <a:def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</a:defRPr>
            </a:lvl1pPr>
          </a:lstStyle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Add text</a:t>
            </a:r>
          </a:p>
        </p:txBody>
      </p:sp>
      <p:sp>
        <p:nvSpPr>
          <p:cNvPr id="62" name="Text Placeholder 14">
            <a:extLst>
              <a:ext uri="{FF2B5EF4-FFF2-40B4-BE49-F238E27FC236}">
                <a16:creationId xmlns:a16="http://schemas.microsoft.com/office/drawing/2014/main" id="{136A6528-D94B-0339-C1D3-90ABE221350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528" y="5187455"/>
            <a:ext cx="6093400" cy="668430"/>
          </a:xfrm>
          <a:prstGeom prst="roundRect">
            <a:avLst>
              <a:gd name="adj" fmla="val 13357"/>
            </a:avLst>
          </a:prstGeom>
          <a:solidFill>
            <a:schemeClr val="bg1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66" name="Text Placeholder 49">
            <a:extLst>
              <a:ext uri="{FF2B5EF4-FFF2-40B4-BE49-F238E27FC236}">
                <a16:creationId xmlns:a16="http://schemas.microsoft.com/office/drawing/2014/main" id="{19892389-E80A-3487-1282-3C1C5ABE9E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879658" y="5305329"/>
            <a:ext cx="432683" cy="432683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7" name="Text Placeholder 52">
            <a:extLst>
              <a:ext uri="{FF2B5EF4-FFF2-40B4-BE49-F238E27FC236}">
                <a16:creationId xmlns:a16="http://schemas.microsoft.com/office/drawing/2014/main" id="{31CC04FE-4549-47AD-ECAA-332D8F1F2F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18739" y="1539604"/>
            <a:ext cx="5106557" cy="307777"/>
          </a:xfrm>
        </p:spPr>
        <p:txBody>
          <a:bodyPr/>
          <a:lstStyle>
            <a:lvl1pPr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rgbClr val="061A4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363B520-6E03-4D0C-C425-B15620409E12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51B01D-A20D-4B2E-BA42-62A62C782C57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35FD21E-135F-7676-B3D5-01D47901D7E6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080C0197-F9E6-E54F-374E-490B058C6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5" name="Title 15">
            <a:extLst>
              <a:ext uri="{FF2B5EF4-FFF2-40B4-BE49-F238E27FC236}">
                <a16:creationId xmlns:a16="http://schemas.microsoft.com/office/drawing/2014/main" id="{1502BE71-94FD-4548-F1DF-9B14FE765C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2D930F6-6D66-D13F-D4B3-958919E183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2599254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80352C73-4E1D-F7F5-DBD4-8C1F2CAF47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122" y="1539604"/>
            <a:ext cx="5106557" cy="307777"/>
          </a:xfrm>
        </p:spPr>
        <p:txBody>
          <a:bodyPr/>
          <a:lstStyle>
            <a:lvl1pPr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rgbClr val="061A4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E14E3137-4305-E79D-07E3-F08B268DBD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528" y="1917331"/>
            <a:ext cx="5326922" cy="668430"/>
          </a:xfrm>
          <a:prstGeom prst="roundRect">
            <a:avLst>
              <a:gd name="adj" fmla="val 13357"/>
            </a:avLst>
          </a:prstGeom>
          <a:solidFill>
            <a:schemeClr val="bg1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67" name="Text Placeholder 52">
            <a:extLst>
              <a:ext uri="{FF2B5EF4-FFF2-40B4-BE49-F238E27FC236}">
                <a16:creationId xmlns:a16="http://schemas.microsoft.com/office/drawing/2014/main" id="{31CC04FE-4549-47AD-ECAA-332D8F1F2F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9295" y="1539604"/>
            <a:ext cx="5106557" cy="307777"/>
          </a:xfrm>
        </p:spPr>
        <p:txBody>
          <a:bodyPr/>
          <a:lstStyle>
            <a:lvl1pPr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rgbClr val="061A4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87" name="Text Placeholder 14">
            <a:extLst>
              <a:ext uri="{FF2B5EF4-FFF2-40B4-BE49-F238E27FC236}">
                <a16:creationId xmlns:a16="http://schemas.microsoft.com/office/drawing/2014/main" id="{1070040D-7AC4-1C2A-6128-CE7A378680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2528" y="2738459"/>
            <a:ext cx="5326922" cy="668430"/>
          </a:xfrm>
          <a:prstGeom prst="roundRect">
            <a:avLst>
              <a:gd name="adj" fmla="val 13357"/>
            </a:avLst>
          </a:prstGeom>
          <a:solidFill>
            <a:schemeClr val="bg1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88" name="Text Placeholder 14">
            <a:extLst>
              <a:ext uri="{FF2B5EF4-FFF2-40B4-BE49-F238E27FC236}">
                <a16:creationId xmlns:a16="http://schemas.microsoft.com/office/drawing/2014/main" id="{ACC9536D-FB3D-6D74-6AD5-629890DE3F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2528" y="3550457"/>
            <a:ext cx="5326922" cy="668430"/>
          </a:xfrm>
          <a:prstGeom prst="roundRect">
            <a:avLst>
              <a:gd name="adj" fmla="val 13357"/>
            </a:avLst>
          </a:prstGeom>
          <a:solidFill>
            <a:schemeClr val="bg1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89" name="Text Placeholder 14">
            <a:extLst>
              <a:ext uri="{FF2B5EF4-FFF2-40B4-BE49-F238E27FC236}">
                <a16:creationId xmlns:a16="http://schemas.microsoft.com/office/drawing/2014/main" id="{2C937F43-D0A8-1303-DE78-C5C709E6205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528" y="4368956"/>
            <a:ext cx="5326922" cy="668430"/>
          </a:xfrm>
          <a:prstGeom prst="roundRect">
            <a:avLst>
              <a:gd name="adj" fmla="val 13357"/>
            </a:avLst>
          </a:prstGeom>
          <a:solidFill>
            <a:schemeClr val="bg1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0" name="Text Placeholder 14">
            <a:extLst>
              <a:ext uri="{FF2B5EF4-FFF2-40B4-BE49-F238E27FC236}">
                <a16:creationId xmlns:a16="http://schemas.microsoft.com/office/drawing/2014/main" id="{C64428B7-38AD-A1AB-0E20-35B7CF8828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2528" y="5187455"/>
            <a:ext cx="5326922" cy="668430"/>
          </a:xfrm>
          <a:prstGeom prst="roundRect">
            <a:avLst>
              <a:gd name="adj" fmla="val 13357"/>
            </a:avLst>
          </a:prstGeom>
          <a:solidFill>
            <a:schemeClr val="bg1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6" name="Text Placeholder 14">
            <a:extLst>
              <a:ext uri="{FF2B5EF4-FFF2-40B4-BE49-F238E27FC236}">
                <a16:creationId xmlns:a16="http://schemas.microsoft.com/office/drawing/2014/main" id="{BE207DC3-AE15-88F6-E8DD-81CB23116B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26878" y="1917331"/>
            <a:ext cx="5326922" cy="668430"/>
          </a:xfrm>
          <a:prstGeom prst="roundRect">
            <a:avLst>
              <a:gd name="adj" fmla="val 13357"/>
            </a:avLst>
          </a:prstGeom>
          <a:solidFill>
            <a:schemeClr val="tx2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7" name="Text Placeholder 14">
            <a:extLst>
              <a:ext uri="{FF2B5EF4-FFF2-40B4-BE49-F238E27FC236}">
                <a16:creationId xmlns:a16="http://schemas.microsoft.com/office/drawing/2014/main" id="{73EEFB60-0344-E03B-5262-4D02B063EA4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26878" y="2738459"/>
            <a:ext cx="5326922" cy="668430"/>
          </a:xfrm>
          <a:prstGeom prst="roundRect">
            <a:avLst>
              <a:gd name="adj" fmla="val 13357"/>
            </a:avLst>
          </a:prstGeom>
          <a:solidFill>
            <a:schemeClr val="tx2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8" name="Text Placeholder 14">
            <a:extLst>
              <a:ext uri="{FF2B5EF4-FFF2-40B4-BE49-F238E27FC236}">
                <a16:creationId xmlns:a16="http://schemas.microsoft.com/office/drawing/2014/main" id="{1DC42F73-CE42-ADF8-3B09-CC1618F301F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26878" y="3550457"/>
            <a:ext cx="5326922" cy="668430"/>
          </a:xfrm>
          <a:prstGeom prst="roundRect">
            <a:avLst>
              <a:gd name="adj" fmla="val 13357"/>
            </a:avLst>
          </a:prstGeom>
          <a:solidFill>
            <a:schemeClr val="tx2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9" name="Text Placeholder 14">
            <a:extLst>
              <a:ext uri="{FF2B5EF4-FFF2-40B4-BE49-F238E27FC236}">
                <a16:creationId xmlns:a16="http://schemas.microsoft.com/office/drawing/2014/main" id="{32A66161-2FEA-C367-402E-8E0A5325E17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26878" y="4368956"/>
            <a:ext cx="5326922" cy="668430"/>
          </a:xfrm>
          <a:prstGeom prst="roundRect">
            <a:avLst>
              <a:gd name="adj" fmla="val 13357"/>
            </a:avLst>
          </a:prstGeom>
          <a:solidFill>
            <a:schemeClr val="tx2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00" name="Text Placeholder 14">
            <a:extLst>
              <a:ext uri="{FF2B5EF4-FFF2-40B4-BE49-F238E27FC236}">
                <a16:creationId xmlns:a16="http://schemas.microsoft.com/office/drawing/2014/main" id="{53103B28-01CA-BCB2-151A-CC7D99DE000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26878" y="5187455"/>
            <a:ext cx="5326922" cy="668430"/>
          </a:xfrm>
          <a:prstGeom prst="roundRect">
            <a:avLst>
              <a:gd name="adj" fmla="val 13357"/>
            </a:avLst>
          </a:prstGeom>
          <a:solidFill>
            <a:schemeClr val="tx2"/>
          </a:solidFill>
        </p:spPr>
        <p:txBody>
          <a:bodyPr lIns="252000" tIns="72000" rIns="252000" bIns="72000" anchor="ctr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BED2CE-DB42-EFC2-404C-6DD44AD0F763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80F14A-DD1C-2CA4-E8D6-4F4BBAC5EF35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083D08C-F625-3151-C7C1-78302BFD46E1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40F5C432-7E8C-3CE2-F15E-D86DACC0E5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5" name="Title 15">
            <a:extLst>
              <a:ext uri="{FF2B5EF4-FFF2-40B4-BE49-F238E27FC236}">
                <a16:creationId xmlns:a16="http://schemas.microsoft.com/office/drawing/2014/main" id="{5EA8B034-D40E-5A21-ADD6-55B3B62327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B8FBAF7-EBFA-5070-1809-69EE8D7DFB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2968960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80352C73-4E1D-F7F5-DBD4-8C1F2CAF4793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88122" y="1539604"/>
            <a:ext cx="5106557" cy="307777"/>
          </a:xfrm>
        </p:spPr>
        <p:txBody>
          <a:bodyPr/>
          <a:lstStyle>
            <a:lvl1pPr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rgbClr val="061A4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67" name="Text Placeholder 52">
            <a:extLst>
              <a:ext uri="{FF2B5EF4-FFF2-40B4-BE49-F238E27FC236}">
                <a16:creationId xmlns:a16="http://schemas.microsoft.com/office/drawing/2014/main" id="{31CC04FE-4549-47AD-ECAA-332D8F1F2F4E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6189295" y="1539604"/>
            <a:ext cx="5106557" cy="307777"/>
          </a:xfrm>
        </p:spPr>
        <p:txBody>
          <a:bodyPr/>
          <a:lstStyle>
            <a:lvl1pPr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rgbClr val="061A4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14E3137-4305-E79D-07E3-F08B268DBDB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32528" y="1917331"/>
            <a:ext cx="5326922" cy="3994518"/>
          </a:xfrm>
          <a:prstGeom prst="roundRect">
            <a:avLst>
              <a:gd name="adj" fmla="val 2235"/>
            </a:avLst>
          </a:prstGeom>
          <a:solidFill>
            <a:schemeClr val="bg1"/>
          </a:solidFill>
        </p:spPr>
        <p:txBody>
          <a:bodyPr lIns="252000" tIns="208800" rIns="252000" bIns="252000" anchor="t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E207DC3-AE15-88F6-E8DD-81CB23116BF3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6026878" y="1917331"/>
            <a:ext cx="5326922" cy="3994518"/>
          </a:xfrm>
          <a:prstGeom prst="roundRect">
            <a:avLst>
              <a:gd name="adj" fmla="val 2235"/>
            </a:avLst>
          </a:prstGeom>
          <a:solidFill>
            <a:schemeClr val="tx2"/>
          </a:solidFill>
        </p:spPr>
        <p:txBody>
          <a:bodyPr lIns="252000" tIns="208800" rIns="252000" bIns="252000" anchor="t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AFA82C-8683-63C8-C410-2B71B44F766E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10AE767-1AEE-F7A4-87C5-5EAD7F0AB6DD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006AF73-8096-CC8A-A4D4-23899F0BE1F5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BFCDEDCF-628A-F5A3-A396-1CF25FBBF7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5" name="Title 15">
            <a:extLst>
              <a:ext uri="{FF2B5EF4-FFF2-40B4-BE49-F238E27FC236}">
                <a16:creationId xmlns:a16="http://schemas.microsoft.com/office/drawing/2014/main" id="{C26AEA74-13A4-3A20-6965-D4E8548952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5F7416E-1145-192A-FA33-3EB4088BDA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89509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3" name="Text Placeholder 38">
            <a:extLst>
              <a:ext uri="{FF2B5EF4-FFF2-40B4-BE49-F238E27FC236}">
                <a16:creationId xmlns:a16="http://schemas.microsoft.com/office/drawing/2014/main" id="{0485F855-F4AD-102B-7CD3-904FCC77A7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732" y="1373605"/>
            <a:ext cx="8092748" cy="4636035"/>
          </a:xfrm>
          <a:prstGeom prst="roundRect">
            <a:avLst>
              <a:gd name="adj" fmla="val 2751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496F54-A750-DDD9-64EE-F81FA1C1589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07052" y="2291967"/>
            <a:ext cx="2635744" cy="893763"/>
          </a:xfrm>
        </p:spPr>
        <p:txBody>
          <a:bodyPr/>
          <a:lstStyle>
            <a:lvl1pPr>
              <a:defRPr sz="7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C95AE-E144-D6F8-544D-75B5D932FC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7051" y="3180591"/>
            <a:ext cx="2635743" cy="175137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1E43A3F9-0DE0-3818-74CC-898B63F40F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99423" y="1726297"/>
            <a:ext cx="7387366" cy="39306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7471BC-803B-0F39-8271-0C4F033A606B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C861C3-A5C2-9656-37B7-293BBAF642A1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0F379EE-BDCB-E25A-34FE-A798E89C1C01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FBB0996D-13ED-34A8-D6F1-EF5890F2A2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4" name="Title 15">
            <a:extLst>
              <a:ext uri="{FF2B5EF4-FFF2-40B4-BE49-F238E27FC236}">
                <a16:creationId xmlns:a16="http://schemas.microsoft.com/office/drawing/2014/main" id="{1CCA8F65-12B5-B8AA-233E-4E52A12E83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1775A22-D09A-DBF1-2540-74A47921A2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3366765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 w/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5D0C4EC-6AF8-6DDC-FB90-656763249F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732" y="2231599"/>
            <a:ext cx="2095794" cy="3778041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3A0234-26A5-855B-8509-C0454D29B4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988" y="3010754"/>
            <a:ext cx="1883986" cy="285664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C5971B-306B-69AD-B924-3F50B2900E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7981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43" name="Text Placeholder 38">
            <a:extLst>
              <a:ext uri="{FF2B5EF4-FFF2-40B4-BE49-F238E27FC236}">
                <a16:creationId xmlns:a16="http://schemas.microsoft.com/office/drawing/2014/main" id="{BFFEB683-0922-0968-B81D-A11ADAB95B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49474" y="2231599"/>
            <a:ext cx="2095794" cy="3778041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721E76F-38A9-385F-C16B-8054E3D1A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737730" y="3010754"/>
            <a:ext cx="1883986" cy="285664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34C02F18-3467-3649-56D8-60C38A63B4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790723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69C9A497-F1E3-5D20-8300-84E54E5FC0F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48501" y="2231599"/>
            <a:ext cx="2095794" cy="3778041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349296DB-A803-E57B-6F8A-7A103A5C01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36757" y="3010754"/>
            <a:ext cx="1883986" cy="285664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0F71D6C-FEE4-B68F-1866-E7A356C1CB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89750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6444A2DA-F801-F900-09D6-2003ABB772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48103" y="2231599"/>
            <a:ext cx="2095794" cy="3778041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DCB294C9-A5C6-91BD-B8D4-5A1431F2E9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36359" y="3010754"/>
            <a:ext cx="1883986" cy="285664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719A67A-B50E-990D-A753-75D26817E0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89352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26C86954-8291-E098-E686-86B65401B6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47129" y="2231599"/>
            <a:ext cx="2095794" cy="3778041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2B23228-74E0-FFDC-8C49-5612773E7FF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35385" y="3010754"/>
            <a:ext cx="1883986" cy="285664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905E5A8A-618A-1BC0-7837-F6E66E0A5D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88378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A889FB1-40FA-E35C-E5A8-1AB54DB505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1076" y="1290558"/>
            <a:ext cx="5114924" cy="668337"/>
          </a:xfrm>
        </p:spPr>
        <p:txBody>
          <a:bodyPr anchor="ctr"/>
          <a:lstStyle>
            <a:lvl1pPr>
              <a:defRPr sz="14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4F2F46EA-3993-EC20-AE6E-025C8AA4D7B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6721" y="136276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286E144-7BFF-76AB-A9E3-210A7E627168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38341DB-27AE-2676-5F77-E229601B26E9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1A91F10-701C-7EE8-BDF6-4C82E7BAA6F3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7E022579-B887-6E90-0010-B0167A2AB0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4" name="Title 15">
            <a:extLst>
              <a:ext uri="{FF2B5EF4-FFF2-40B4-BE49-F238E27FC236}">
                <a16:creationId xmlns:a16="http://schemas.microsoft.com/office/drawing/2014/main" id="{EBF32BEE-0FBD-110C-F0B7-1C027CFF3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7B722A-5E8E-57AD-DC2D-A1E0B82ED0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3135256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5D0C4EC-6AF8-6DDC-FB90-656763249F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732" y="2231599"/>
            <a:ext cx="2095794" cy="3778041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3A0234-26A5-855B-8509-C0454D29B4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988" y="3010754"/>
            <a:ext cx="1883986" cy="285664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C5971B-306B-69AD-B924-3F50B2900E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7981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43" name="Text Placeholder 38">
            <a:extLst>
              <a:ext uri="{FF2B5EF4-FFF2-40B4-BE49-F238E27FC236}">
                <a16:creationId xmlns:a16="http://schemas.microsoft.com/office/drawing/2014/main" id="{BFFEB683-0922-0968-B81D-A11ADAB95B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49474" y="2231599"/>
            <a:ext cx="2095794" cy="3778041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721E76F-38A9-385F-C16B-8054E3D1A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737730" y="3010754"/>
            <a:ext cx="1883986" cy="285664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34C02F18-3467-3649-56D8-60C38A63B4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790723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69C9A497-F1E3-5D20-8300-84E54E5FC0F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48501" y="2231599"/>
            <a:ext cx="2095794" cy="3778041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349296DB-A803-E57B-6F8A-7A103A5C01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36757" y="3010754"/>
            <a:ext cx="1883986" cy="285664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0F71D6C-FEE4-B68F-1866-E7A356C1CB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89750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6444A2DA-F801-F900-09D6-2003ABB772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48103" y="2231599"/>
            <a:ext cx="2095794" cy="3778041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DCB294C9-A5C6-91BD-B8D4-5A1431F2E9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36359" y="3010754"/>
            <a:ext cx="1883986" cy="285664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719A67A-B50E-990D-A753-75D26817E0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89352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26C86954-8291-E098-E686-86B65401B6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47129" y="2231599"/>
            <a:ext cx="2095794" cy="3778041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2B23228-74E0-FFDC-8C49-5612773E7FF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35385" y="3010754"/>
            <a:ext cx="1883986" cy="285664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905E5A8A-618A-1BC0-7837-F6E66E0A5D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88378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A889FB1-40FA-E35C-E5A8-1AB54DB505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5964" y="1239838"/>
            <a:ext cx="5780035" cy="668337"/>
          </a:xfrm>
        </p:spPr>
        <p:txBody>
          <a:bodyPr/>
          <a:lstStyle>
            <a:lvl1pPr>
              <a:defRPr sz="14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F1C923-81F7-ECE6-8140-32EEF9C5362B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BA31B1C-4679-DCD5-7FC5-D8A27BA3AD64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6B3B5EF-3DDC-9AB7-9DD3-6C140243A69A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59A937FA-A1FF-C1DA-D44E-1CC324A747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4" name="Title 15">
            <a:extLst>
              <a:ext uri="{FF2B5EF4-FFF2-40B4-BE49-F238E27FC236}">
                <a16:creationId xmlns:a16="http://schemas.microsoft.com/office/drawing/2014/main" id="{C50C654B-6727-DB56-C512-9AD893517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5A913C-E7CE-9FFD-9423-E610645F61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169772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5D0C4EC-6AF8-6DDC-FB90-656763249F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732" y="2231599"/>
            <a:ext cx="5546966" cy="3778041"/>
          </a:xfrm>
          <a:prstGeom prst="roundRect">
            <a:avLst>
              <a:gd name="adj" fmla="val 3510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4EFE065-F5E6-EE3E-D00C-BF1C281A99A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4988" y="3010754"/>
            <a:ext cx="5370454" cy="285664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C5971B-306B-69AD-B924-3F50B2900E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7981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A889FB1-40FA-E35C-E5A8-1AB54DB505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5964" y="1239838"/>
            <a:ext cx="5780035" cy="668337"/>
          </a:xfrm>
        </p:spPr>
        <p:txBody>
          <a:bodyPr/>
          <a:lstStyle>
            <a:lvl1pPr>
              <a:defRPr sz="14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9" name="Text Placeholder 38">
            <a:extLst>
              <a:ext uri="{FF2B5EF4-FFF2-40B4-BE49-F238E27FC236}">
                <a16:creationId xmlns:a16="http://schemas.microsoft.com/office/drawing/2014/main" id="{3A38EA3E-0144-F61E-1975-4B608F24CC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8301" y="2231599"/>
            <a:ext cx="5546966" cy="3778041"/>
          </a:xfrm>
          <a:prstGeom prst="roundRect">
            <a:avLst>
              <a:gd name="adj" fmla="val 3510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F5C763A1-5F6F-6911-A1B4-8A56A9F068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86557" y="3010754"/>
            <a:ext cx="5370454" cy="285664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74D3FFE-8260-6D11-012D-D149AAFB67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39550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B727D2B-D5F2-056B-822D-A7B54D0AC383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FB0002B-52EF-AD0E-BA0D-3C83CA9B2FCA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285A347-7293-801A-E978-8EBD5DD5DDA2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FE935703-21E2-BDF8-E752-EB042A2F40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4" name="Title 15">
            <a:extLst>
              <a:ext uri="{FF2B5EF4-FFF2-40B4-BE49-F238E27FC236}">
                <a16:creationId xmlns:a16="http://schemas.microsoft.com/office/drawing/2014/main" id="{F0C5CD27-1C99-2912-8FEC-F63F4B10E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B11FE96-30C2-B650-9C0C-04A6FBE4F6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2134513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5D0C4EC-6AF8-6DDC-FB90-656763249F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732" y="2231599"/>
            <a:ext cx="5546966" cy="3778041"/>
          </a:xfrm>
          <a:prstGeom prst="roundRect">
            <a:avLst>
              <a:gd name="adj" fmla="val 3510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A9BD37-DF47-C103-1144-B88199B83814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534988" y="3010754"/>
            <a:ext cx="5370454" cy="285664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C5971B-306B-69AD-B924-3F50B2900E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7981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A889FB1-40FA-E35C-E5A8-1AB54DB505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5964" y="1239838"/>
            <a:ext cx="5780035" cy="668337"/>
          </a:xfrm>
        </p:spPr>
        <p:txBody>
          <a:bodyPr/>
          <a:lstStyle>
            <a:lvl1pPr>
              <a:defRPr sz="14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9" name="Text Placeholder 38">
            <a:extLst>
              <a:ext uri="{FF2B5EF4-FFF2-40B4-BE49-F238E27FC236}">
                <a16:creationId xmlns:a16="http://schemas.microsoft.com/office/drawing/2014/main" id="{3A38EA3E-0144-F61E-1975-4B608F24CC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8301" y="2231599"/>
            <a:ext cx="5546966" cy="3778041"/>
          </a:xfrm>
          <a:prstGeom prst="roundRect">
            <a:avLst>
              <a:gd name="adj" fmla="val 3510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F4B24CAD-0C93-301D-D8E9-6B88FF10437E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286557" y="3010754"/>
            <a:ext cx="5370454" cy="285664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74D3FFE-8260-6D11-012D-D149AAFB67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39550" y="240517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lIns="0" tIns="90000" rIns="0" anchor="ctr"/>
          <a:lstStyle>
            <a:lvl1pPr algn="ctr">
              <a:defRPr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/>
              <a:t>XX</a:t>
            </a:r>
            <a:endParaRPr lang="en-GB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98BBEC6-0218-EAB8-B868-F6A47E5539D5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1BEB891-5C21-2972-BB07-2EECEEC445BD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B1F8C0E9-BC63-20D4-EE48-FABEA2664CA3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D78F13C-A016-A665-42F4-ED7FB8CEA5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4" name="Title 15">
            <a:extLst>
              <a:ext uri="{FF2B5EF4-FFF2-40B4-BE49-F238E27FC236}">
                <a16:creationId xmlns:a16="http://schemas.microsoft.com/office/drawing/2014/main" id="{8412D8B6-EAB6-06E4-B833-7354FCDCE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C1DFDED-1927-FBF6-7F91-F5A3F0A43A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4284044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Long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38">
            <a:extLst>
              <a:ext uri="{FF2B5EF4-FFF2-40B4-BE49-F238E27FC236}">
                <a16:creationId xmlns:a16="http://schemas.microsoft.com/office/drawing/2014/main" id="{0B7F70C5-4B98-5B11-41C5-5E6FCD29DBD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732" y="1373605"/>
            <a:ext cx="5546966" cy="2215715"/>
          </a:xfrm>
          <a:prstGeom prst="roundRect">
            <a:avLst>
              <a:gd name="adj" fmla="val 6042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0" name="Text Placeholder 38">
            <a:extLst>
              <a:ext uri="{FF2B5EF4-FFF2-40B4-BE49-F238E27FC236}">
                <a16:creationId xmlns:a16="http://schemas.microsoft.com/office/drawing/2014/main" id="{439530E5-59D2-353B-6FE9-F074AB208A8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6732" y="3793924"/>
            <a:ext cx="5546966" cy="2215715"/>
          </a:xfrm>
          <a:prstGeom prst="roundRect">
            <a:avLst>
              <a:gd name="adj" fmla="val 5612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8" name="Text Placeholder 38">
            <a:extLst>
              <a:ext uri="{FF2B5EF4-FFF2-40B4-BE49-F238E27FC236}">
                <a16:creationId xmlns:a16="http://schemas.microsoft.com/office/drawing/2014/main" id="{049659E6-FEE6-D8FD-0156-8DCAADE4F2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8301" y="1373605"/>
            <a:ext cx="5546966" cy="2215715"/>
          </a:xfrm>
          <a:prstGeom prst="roundRect">
            <a:avLst>
              <a:gd name="adj" fmla="val 6328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1" name="Text Placeholder 38">
            <a:extLst>
              <a:ext uri="{FF2B5EF4-FFF2-40B4-BE49-F238E27FC236}">
                <a16:creationId xmlns:a16="http://schemas.microsoft.com/office/drawing/2014/main" id="{0481189A-5BA0-90F6-39AD-B7EE2CA262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98301" y="3793924"/>
            <a:ext cx="5546966" cy="2215715"/>
          </a:xfrm>
          <a:prstGeom prst="roundRect">
            <a:avLst>
              <a:gd name="adj" fmla="val 5755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E3F3C7DC-D460-6D75-431F-484168FC99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990" y="1556623"/>
            <a:ext cx="5124450" cy="184968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E468F070-69F5-DC10-976F-6D74392F8D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09559" y="1556623"/>
            <a:ext cx="5124450" cy="184968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Content Placeholder 18">
            <a:extLst>
              <a:ext uri="{FF2B5EF4-FFF2-40B4-BE49-F238E27FC236}">
                <a16:creationId xmlns:a16="http://schemas.microsoft.com/office/drawing/2014/main" id="{AC654AF8-DFE8-79C8-A094-D0271FC547A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57990" y="3976941"/>
            <a:ext cx="5124450" cy="184968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Content Placeholder 18">
            <a:extLst>
              <a:ext uri="{FF2B5EF4-FFF2-40B4-BE49-F238E27FC236}">
                <a16:creationId xmlns:a16="http://schemas.microsoft.com/office/drawing/2014/main" id="{B094DF28-E863-45F9-ED60-6AE0DDC8453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09559" y="3976941"/>
            <a:ext cx="5124450" cy="184968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CBB750-F663-A5F7-5D22-2F4A9A21E3F0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E1A45AE-628D-41E2-A8F9-E93B8BA06FC6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87C5856-788B-6514-04CA-B46BE82575CA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30" name="Graphic 29">
            <a:extLst>
              <a:ext uri="{FF2B5EF4-FFF2-40B4-BE49-F238E27FC236}">
                <a16:creationId xmlns:a16="http://schemas.microsoft.com/office/drawing/2014/main" id="{BB9290DB-5221-8F2F-3511-00F752E57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4" name="Title 15">
            <a:extLst>
              <a:ext uri="{FF2B5EF4-FFF2-40B4-BE49-F238E27FC236}">
                <a16:creationId xmlns:a16="http://schemas.microsoft.com/office/drawing/2014/main" id="{8A264ADB-B9B0-BC84-AE91-89D27EDCD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893A9FC-CFDA-364E-E98D-3206BF9B14D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4275414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38">
            <a:extLst>
              <a:ext uri="{FF2B5EF4-FFF2-40B4-BE49-F238E27FC236}">
                <a16:creationId xmlns:a16="http://schemas.microsoft.com/office/drawing/2014/main" id="{6CC9E8A9-AF10-D90A-9C98-04FD3E339F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732" y="1373605"/>
            <a:ext cx="5546966" cy="2215715"/>
          </a:xfrm>
          <a:prstGeom prst="roundRect">
            <a:avLst>
              <a:gd name="adj" fmla="val 6303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8" name="Text Placeholder 38">
            <a:extLst>
              <a:ext uri="{FF2B5EF4-FFF2-40B4-BE49-F238E27FC236}">
                <a16:creationId xmlns:a16="http://schemas.microsoft.com/office/drawing/2014/main" id="{8E36248C-7D7F-A534-6BD3-15AEF26BF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732" y="3793924"/>
            <a:ext cx="5546966" cy="2215715"/>
          </a:xfrm>
          <a:prstGeom prst="roundRect">
            <a:avLst>
              <a:gd name="adj" fmla="val 5851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0" name="Text Placeholder 38">
            <a:extLst>
              <a:ext uri="{FF2B5EF4-FFF2-40B4-BE49-F238E27FC236}">
                <a16:creationId xmlns:a16="http://schemas.microsoft.com/office/drawing/2014/main" id="{187D046A-7405-B032-988D-AAC6F15A4E6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98301" y="1373605"/>
            <a:ext cx="3625149" cy="4636034"/>
          </a:xfrm>
          <a:prstGeom prst="roundRect">
            <a:avLst>
              <a:gd name="adj" fmla="val 3740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E3F3C7DC-D460-6D75-431F-484168FC99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990" y="1556623"/>
            <a:ext cx="5124450" cy="184968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E468F070-69F5-DC10-976F-6D74392F8D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09559" y="1556623"/>
            <a:ext cx="3202633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Content Placeholder 18">
            <a:extLst>
              <a:ext uri="{FF2B5EF4-FFF2-40B4-BE49-F238E27FC236}">
                <a16:creationId xmlns:a16="http://schemas.microsoft.com/office/drawing/2014/main" id="{AC654AF8-DFE8-79C8-A094-D0271FC547A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57990" y="3976941"/>
            <a:ext cx="5124450" cy="184968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81D700B-F195-E401-3B45-1B1B7792C941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82634C0-762B-5462-249B-FBA8E19107C0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8EE021B-48C6-8BA5-6058-46B2A738D44F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5CD768D7-EF71-C0BF-FE79-D77540BE22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4" name="Title 15">
            <a:extLst>
              <a:ext uri="{FF2B5EF4-FFF2-40B4-BE49-F238E27FC236}">
                <a16:creationId xmlns:a16="http://schemas.microsoft.com/office/drawing/2014/main" id="{C936088C-BBD4-2602-417D-923103C7B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172DE9C-6862-A6D6-9157-0DE42DD3D78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1181956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38">
            <a:extLst>
              <a:ext uri="{FF2B5EF4-FFF2-40B4-BE49-F238E27FC236}">
                <a16:creationId xmlns:a16="http://schemas.microsoft.com/office/drawing/2014/main" id="{A3EB6F43-56CB-BAAB-785B-6A5A7944587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98301" y="1373605"/>
            <a:ext cx="5546966" cy="2215715"/>
          </a:xfrm>
          <a:prstGeom prst="roundRect">
            <a:avLst>
              <a:gd name="adj" fmla="val 5755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9" name="Text Placeholder 38">
            <a:extLst>
              <a:ext uri="{FF2B5EF4-FFF2-40B4-BE49-F238E27FC236}">
                <a16:creationId xmlns:a16="http://schemas.microsoft.com/office/drawing/2014/main" id="{35EF3D23-70DC-15F1-4508-7A32A40E22F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98301" y="3793924"/>
            <a:ext cx="5546966" cy="2215715"/>
          </a:xfrm>
          <a:prstGeom prst="roundRect">
            <a:avLst>
              <a:gd name="adj" fmla="val 6443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E468F070-69F5-DC10-976F-6D74392F8D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09559" y="1556623"/>
            <a:ext cx="5124450" cy="184968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Content Placeholder 18">
            <a:extLst>
              <a:ext uri="{FF2B5EF4-FFF2-40B4-BE49-F238E27FC236}">
                <a16:creationId xmlns:a16="http://schemas.microsoft.com/office/drawing/2014/main" id="{B094DF28-E863-45F9-ED60-6AE0DDC8453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09559" y="3976941"/>
            <a:ext cx="5124450" cy="184968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B791ECF6-B145-11CC-765F-2DAD3937E9F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5965" y="1556623"/>
            <a:ext cx="5546966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209F63-E805-6A4D-413A-4B1B1F42DD4B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635F9F8-68EE-843C-6718-3EE8BEB223F7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16C9E89-6566-3325-4616-6636070B9388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93D75BA3-E6A0-DDD5-1DEC-B9134CBD43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6" name="Title 15">
            <a:extLst>
              <a:ext uri="{FF2B5EF4-FFF2-40B4-BE49-F238E27FC236}">
                <a16:creationId xmlns:a16="http://schemas.microsoft.com/office/drawing/2014/main" id="{A81B326C-D301-5590-BAC5-78C109D8A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5746570-9CC1-5A25-2010-EC1A92406C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3062749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38">
            <a:extLst>
              <a:ext uri="{FF2B5EF4-FFF2-40B4-BE49-F238E27FC236}">
                <a16:creationId xmlns:a16="http://schemas.microsoft.com/office/drawing/2014/main" id="{BE88D5D1-EB6E-FA3F-6BBE-C01893E23DA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98301" y="1373605"/>
            <a:ext cx="5546966" cy="4636034"/>
          </a:xfrm>
          <a:prstGeom prst="roundRect">
            <a:avLst>
              <a:gd name="adj" fmla="val 2641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E468F070-69F5-DC10-976F-6D74392F8D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09559" y="1556623"/>
            <a:ext cx="5124450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B791ECF6-B145-11CC-765F-2DAD3937E9F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5965" y="1556623"/>
            <a:ext cx="5546966" cy="426999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48DFCE4-0174-5D84-F353-5FD0B46FE969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46593B6-2BDB-F847-E604-A65B45B1C766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C5E67777-59D3-D5B0-4802-652C8B3526B2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25" name="Graphic 24">
            <a:extLst>
              <a:ext uri="{FF2B5EF4-FFF2-40B4-BE49-F238E27FC236}">
                <a16:creationId xmlns:a16="http://schemas.microsoft.com/office/drawing/2014/main" id="{ACCB2153-3729-4B0A-2883-0080FA80DA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5" name="Title 15">
            <a:extLst>
              <a:ext uri="{FF2B5EF4-FFF2-40B4-BE49-F238E27FC236}">
                <a16:creationId xmlns:a16="http://schemas.microsoft.com/office/drawing/2014/main" id="{467165AE-E6B1-064F-A05C-B69F5B4827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D99B4E9-5370-F6AB-CA44-663C042249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383520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CEEC742-CC3A-4035-2298-4BEA859DE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1999" cy="68579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F2073EB-C1F7-CAE3-1B20-366081539E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564991" y="6526852"/>
            <a:ext cx="665567" cy="19236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20548C-9259-6B2F-A283-9FD3D612CE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8248" y="6569038"/>
            <a:ext cx="449952" cy="1079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3537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|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CEEC742-CC3A-4035-2298-4BEA859DE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1999" cy="68579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7687E892-F674-D83C-C288-DF2D6BBF0A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564991" y="6526852"/>
            <a:ext cx="665567" cy="19236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46D618A-895F-2CAD-E5CB-40B15E9411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8248" y="6569038"/>
            <a:ext cx="449952" cy="1079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2550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x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5D0C4EC-6AF8-6DDC-FB90-656763249F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5964" y="1269574"/>
            <a:ext cx="2232000" cy="4485183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43" name="Text Placeholder 38">
            <a:extLst>
              <a:ext uri="{FF2B5EF4-FFF2-40B4-BE49-F238E27FC236}">
                <a16:creationId xmlns:a16="http://schemas.microsoft.com/office/drawing/2014/main" id="{BFFEB683-0922-0968-B81D-A11ADAB95B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44036" y="1269574"/>
            <a:ext cx="2232000" cy="4485183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69C9A497-F1E3-5D20-8300-84E54E5FC0F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2018" y="1269574"/>
            <a:ext cx="2232000" cy="4485183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6444A2DA-F801-F900-09D6-2003ABB772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80000" y="1269574"/>
            <a:ext cx="2232000" cy="4485183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26C86954-8291-E098-E686-86B65401B6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47982" y="1269574"/>
            <a:ext cx="2232000" cy="4485183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E55531-9FC4-5FDA-068F-F86003DAF52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3964" y="1381125"/>
            <a:ext cx="2016000" cy="2016000"/>
          </a:xfrm>
          <a:prstGeom prst="roundRect">
            <a:avLst>
              <a:gd name="adj" fmla="val 4359"/>
            </a:avLst>
          </a:prstGeom>
          <a:noFill/>
          <a:ln>
            <a:noFill/>
          </a:ln>
          <a:effectLst/>
        </p:spPr>
        <p:txBody>
          <a:bodyPr rtlCol="0" anchor="ctr"/>
          <a:lstStyle>
            <a:lvl1pPr>
              <a:defRPr kumimoji="0" lang="en-US" sz="18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R="0" lvl="0" algn="ctr" defTabSz="6095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tabLst/>
            </a:pPr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14380160-225C-3414-5F7E-3724F754743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755982" y="1381125"/>
            <a:ext cx="2016000" cy="2016000"/>
          </a:xfrm>
          <a:prstGeom prst="roundRect">
            <a:avLst>
              <a:gd name="adj" fmla="val 4359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>
              <a:defRPr kumimoji="0" lang="en-US" sz="18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R="0" lvl="0" algn="ctr" defTabSz="6095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tabLst/>
            </a:pPr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71BE0013-C845-D067-7248-5446550498C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088000" y="1381125"/>
            <a:ext cx="2016000" cy="2016000"/>
          </a:xfrm>
          <a:prstGeom prst="roundRect">
            <a:avLst>
              <a:gd name="adj" fmla="val 4359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>
              <a:defRPr kumimoji="0" lang="en-US" sz="18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R="0" lvl="0" algn="ctr" defTabSz="6095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tabLst/>
            </a:pPr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74F264A0-5519-BB34-D01A-30E1D8D074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420018" y="1381125"/>
            <a:ext cx="2016000" cy="2016000"/>
          </a:xfrm>
          <a:prstGeom prst="roundRect">
            <a:avLst>
              <a:gd name="adj" fmla="val 4359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>
              <a:defRPr kumimoji="0" lang="en-US" sz="18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R="0" lvl="0" algn="ctr" defTabSz="6095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tabLst/>
            </a:pPr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83A880EA-FF80-2A43-0A48-A1235383257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752036" y="1381125"/>
            <a:ext cx="2016000" cy="2016000"/>
          </a:xfrm>
          <a:prstGeom prst="roundRect">
            <a:avLst>
              <a:gd name="adj" fmla="val 4359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>
              <a:defRPr kumimoji="0" lang="en-US" sz="18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R="0" lvl="0" algn="ctr" defTabSz="6095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tabLst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8FD5BD-1494-5E1E-32DF-E8FDE8F3E08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5964" y="3565826"/>
            <a:ext cx="2232000" cy="486072"/>
          </a:xfrm>
        </p:spPr>
        <p:txBody>
          <a:bodyPr/>
          <a:lstStyle>
            <a:lvl1pPr>
              <a:defRPr sz="1600" b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US"/>
              <a:t>Add name here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499AA19-1A53-D438-7853-39D7B90F7F0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5964" y="4098624"/>
            <a:ext cx="2232000" cy="736511"/>
          </a:xfrm>
        </p:spPr>
        <p:txBody>
          <a:bodyPr/>
          <a:lstStyle>
            <a:lvl1pPr>
              <a:defRPr sz="1400"/>
            </a:lvl1pPr>
            <a:lvl2pPr>
              <a:defRPr sz="105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Add job title here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4E5995F6-D53C-C571-3864-48E3E0C77C1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47982" y="3565826"/>
            <a:ext cx="2232000" cy="486072"/>
          </a:xfrm>
        </p:spPr>
        <p:txBody>
          <a:bodyPr/>
          <a:lstStyle>
            <a:lvl1pPr>
              <a:defRPr sz="1600" b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US"/>
              <a:t>Add name here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FF29DF64-EB14-AB43-5AB8-5177F3C5200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47982" y="4098624"/>
            <a:ext cx="2232000" cy="736511"/>
          </a:xfrm>
        </p:spPr>
        <p:txBody>
          <a:bodyPr/>
          <a:lstStyle>
            <a:lvl1pPr>
              <a:defRPr sz="1400"/>
            </a:lvl1pPr>
            <a:lvl2pPr>
              <a:defRPr sz="105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Add job title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0226752D-93AA-FD86-E9DE-0479B69B168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80000" y="3565826"/>
            <a:ext cx="2232000" cy="486072"/>
          </a:xfrm>
        </p:spPr>
        <p:txBody>
          <a:bodyPr/>
          <a:lstStyle>
            <a:lvl1pPr>
              <a:defRPr sz="1600" b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US"/>
              <a:t>Add name here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0F4D3FF8-E8BF-D8BF-73B5-DD6415F9B0C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80000" y="4098624"/>
            <a:ext cx="2232000" cy="736511"/>
          </a:xfrm>
        </p:spPr>
        <p:txBody>
          <a:bodyPr/>
          <a:lstStyle>
            <a:lvl1pPr>
              <a:defRPr sz="1400"/>
            </a:lvl1pPr>
            <a:lvl2pPr>
              <a:defRPr sz="105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Add job title here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F3F32BED-EE3E-06DD-E209-DC47B539628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12018" y="3565826"/>
            <a:ext cx="2232000" cy="486072"/>
          </a:xfrm>
        </p:spPr>
        <p:txBody>
          <a:bodyPr/>
          <a:lstStyle>
            <a:lvl1pPr>
              <a:defRPr sz="1600" b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US"/>
              <a:t>Add name here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311213E4-16A6-E6A5-D5FB-A3EA85183F5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12018" y="4098624"/>
            <a:ext cx="2232000" cy="736511"/>
          </a:xfrm>
        </p:spPr>
        <p:txBody>
          <a:bodyPr/>
          <a:lstStyle>
            <a:lvl1pPr>
              <a:defRPr sz="1400"/>
            </a:lvl1pPr>
            <a:lvl2pPr>
              <a:defRPr sz="105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Add job title here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C465197D-EE84-1DE2-432D-EBC1D150EC0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44036" y="3565826"/>
            <a:ext cx="2232000" cy="486072"/>
          </a:xfrm>
        </p:spPr>
        <p:txBody>
          <a:bodyPr/>
          <a:lstStyle>
            <a:lvl1pPr>
              <a:defRPr sz="1600" b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US"/>
              <a:t>Add name here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6D572E42-D835-6FE6-64B8-8CE3F996630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644036" y="4098624"/>
            <a:ext cx="2232000" cy="736511"/>
          </a:xfrm>
        </p:spPr>
        <p:txBody>
          <a:bodyPr/>
          <a:lstStyle>
            <a:lvl1pPr>
              <a:defRPr sz="1400"/>
            </a:lvl1pPr>
            <a:lvl2pPr>
              <a:defRPr sz="105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Add job title here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4F2CCB0-839C-5CE6-23FD-C811AC88C910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9162FE-A335-F209-D5A4-8F8E570384E3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2A84632-710C-23C3-706C-842033E12B5D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F6EB5994-A718-A2EE-B87F-53159A5514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3" name="Title 15">
            <a:extLst>
              <a:ext uri="{FF2B5EF4-FFF2-40B4-BE49-F238E27FC236}">
                <a16:creationId xmlns:a16="http://schemas.microsoft.com/office/drawing/2014/main" id="{E5F614E1-9DE7-BB50-A5BB-7FA32640A6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4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5D0C4EC-6AF8-6DDC-FB90-656763249F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5963" y="1269575"/>
            <a:ext cx="5218061" cy="2296252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E55531-9FC4-5FDA-068F-F86003DAF52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3964" y="1381125"/>
            <a:ext cx="2016000" cy="2016000"/>
          </a:xfrm>
          <a:prstGeom prst="roundRect">
            <a:avLst>
              <a:gd name="adj" fmla="val 4359"/>
            </a:avLst>
          </a:prstGeom>
          <a:noFill/>
          <a:ln>
            <a:noFill/>
          </a:ln>
          <a:effectLst/>
        </p:spPr>
        <p:txBody>
          <a:bodyPr rtlCol="0" anchor="ctr"/>
          <a:lstStyle>
            <a:lvl1pPr>
              <a:defRPr kumimoji="0" lang="en-US" sz="18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R="0" lvl="0" algn="ctr" defTabSz="6095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tabLst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8FD5BD-1494-5E1E-32DF-E8FDE8F3E08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47965" y="1980095"/>
            <a:ext cx="2833660" cy="582130"/>
          </a:xfrm>
        </p:spPr>
        <p:txBody>
          <a:bodyPr anchor="b"/>
          <a:lstStyle>
            <a:lvl1pPr>
              <a:defRPr sz="1800" b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US"/>
              <a:t>Add name here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499AA19-1A53-D438-7853-39D7B90F7F0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547965" y="2645041"/>
            <a:ext cx="2833660" cy="736511"/>
          </a:xfrm>
        </p:spPr>
        <p:txBody>
          <a:bodyPr anchor="b"/>
          <a:lstStyle>
            <a:lvl1pPr>
              <a:defRPr sz="1400"/>
            </a:lvl1pPr>
            <a:lvl2pPr>
              <a:defRPr sz="105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Add job title here</a:t>
            </a:r>
          </a:p>
        </p:txBody>
      </p:sp>
      <p:sp>
        <p:nvSpPr>
          <p:cNvPr id="3" name="Text Placeholder 38">
            <a:extLst>
              <a:ext uri="{FF2B5EF4-FFF2-40B4-BE49-F238E27FC236}">
                <a16:creationId xmlns:a16="http://schemas.microsoft.com/office/drawing/2014/main" id="{F78F2ABD-9A37-19E0-8F69-ADA69D3F86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15963" y="3731204"/>
            <a:ext cx="5218061" cy="2296252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E4E9B6-A32F-BC8E-21D5-522351B0811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23964" y="3842754"/>
            <a:ext cx="2016000" cy="2016000"/>
          </a:xfrm>
          <a:prstGeom prst="roundRect">
            <a:avLst>
              <a:gd name="adj" fmla="val 4359"/>
            </a:avLst>
          </a:prstGeom>
          <a:noFill/>
          <a:ln>
            <a:noFill/>
          </a:ln>
          <a:effectLst/>
        </p:spPr>
        <p:txBody>
          <a:bodyPr rtlCol="0" anchor="ctr"/>
          <a:lstStyle>
            <a:lvl1pPr>
              <a:defRPr kumimoji="0" lang="en-US" sz="18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R="0" lvl="0" algn="ctr" defTabSz="6095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tabLst/>
            </a:pPr>
            <a:r>
              <a:rPr lang="en-US"/>
              <a:t>Click icon to add picture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59A73C1C-0B1E-C0F6-39CF-1F528623DB0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547965" y="4441724"/>
            <a:ext cx="2833660" cy="582130"/>
          </a:xfrm>
        </p:spPr>
        <p:txBody>
          <a:bodyPr anchor="b"/>
          <a:lstStyle>
            <a:lvl1pPr>
              <a:defRPr sz="1800" b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US"/>
              <a:t>Add name here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55CB1CC3-392C-79B1-2FF9-37CC121E5A9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47965" y="5106670"/>
            <a:ext cx="2833660" cy="736511"/>
          </a:xfrm>
        </p:spPr>
        <p:txBody>
          <a:bodyPr anchor="b"/>
          <a:lstStyle>
            <a:lvl1pPr>
              <a:defRPr sz="1400"/>
            </a:lvl1pPr>
            <a:lvl2pPr>
              <a:defRPr sz="105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Add job title here</a:t>
            </a:r>
          </a:p>
        </p:txBody>
      </p:sp>
      <p:sp>
        <p:nvSpPr>
          <p:cNvPr id="17" name="Text Placeholder 38">
            <a:extLst>
              <a:ext uri="{FF2B5EF4-FFF2-40B4-BE49-F238E27FC236}">
                <a16:creationId xmlns:a16="http://schemas.microsoft.com/office/drawing/2014/main" id="{EF7C33A1-448A-DE75-49AB-6928FC2C7C5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000" y="1269575"/>
            <a:ext cx="5218061" cy="2296252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38552216-9B8E-3E29-727D-00720BC709C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04001" y="1381125"/>
            <a:ext cx="2016000" cy="2016000"/>
          </a:xfrm>
          <a:prstGeom prst="roundRect">
            <a:avLst>
              <a:gd name="adj" fmla="val 4359"/>
            </a:avLst>
          </a:prstGeom>
          <a:noFill/>
          <a:ln>
            <a:noFill/>
          </a:ln>
          <a:effectLst/>
        </p:spPr>
        <p:txBody>
          <a:bodyPr rtlCol="0" anchor="ctr"/>
          <a:lstStyle>
            <a:lvl1pPr>
              <a:defRPr kumimoji="0" lang="en-US" sz="18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R="0" lvl="0" algn="ctr" defTabSz="6095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tabLst/>
            </a:pPr>
            <a:r>
              <a:rPr lang="en-US"/>
              <a:t>Click icon to add picture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9CEFFEF4-F9AF-8EF7-FDF9-0B0F4E096C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28002" y="1980095"/>
            <a:ext cx="2833660" cy="582130"/>
          </a:xfrm>
        </p:spPr>
        <p:txBody>
          <a:bodyPr anchor="b"/>
          <a:lstStyle>
            <a:lvl1pPr>
              <a:defRPr sz="1800" b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US"/>
              <a:t>Add name here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2D570558-D0E5-DF38-1FCF-C9588EE131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8002" y="2645041"/>
            <a:ext cx="2833660" cy="736511"/>
          </a:xfrm>
        </p:spPr>
        <p:txBody>
          <a:bodyPr anchor="b"/>
          <a:lstStyle>
            <a:lvl1pPr>
              <a:defRPr sz="1400"/>
            </a:lvl1pPr>
            <a:lvl2pPr>
              <a:defRPr sz="105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Add job title here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0485521B-8CAC-94C3-C913-0A01D0E116A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96000" y="3731204"/>
            <a:ext cx="5218061" cy="2296252"/>
          </a:xfrm>
          <a:prstGeom prst="roundRect">
            <a:avLst>
              <a:gd name="adj" fmla="val 6327"/>
            </a:avLst>
          </a:prstGeo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264957E3-BF27-9A46-2E90-36311DD3C06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04001" y="3842754"/>
            <a:ext cx="2016000" cy="2016000"/>
          </a:xfrm>
          <a:prstGeom prst="roundRect">
            <a:avLst>
              <a:gd name="adj" fmla="val 4359"/>
            </a:avLst>
          </a:prstGeom>
          <a:noFill/>
          <a:ln>
            <a:noFill/>
          </a:ln>
          <a:effectLst/>
        </p:spPr>
        <p:txBody>
          <a:bodyPr rtlCol="0" anchor="ctr"/>
          <a:lstStyle>
            <a:lvl1pPr>
              <a:defRPr kumimoji="0" lang="en-US" sz="18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R="0" lvl="0" algn="ctr" defTabSz="6095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tabLst/>
            </a:pPr>
            <a:r>
              <a:rPr lang="en-US"/>
              <a:t>Click icon to add picture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474783C3-82D4-2426-3C40-CB2B5001851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28002" y="4441724"/>
            <a:ext cx="2833660" cy="582130"/>
          </a:xfrm>
        </p:spPr>
        <p:txBody>
          <a:bodyPr anchor="b"/>
          <a:lstStyle>
            <a:lvl1pPr>
              <a:defRPr sz="1800" b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US"/>
              <a:t>Add name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3F10E28-4945-601D-49F6-3D7B8AE7620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28002" y="5106670"/>
            <a:ext cx="2833660" cy="736511"/>
          </a:xfrm>
        </p:spPr>
        <p:txBody>
          <a:bodyPr anchor="b"/>
          <a:lstStyle>
            <a:lvl1pPr>
              <a:defRPr sz="1400"/>
            </a:lvl1pPr>
            <a:lvl2pPr>
              <a:defRPr sz="105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Add job title here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076C9EF-76CE-2CC7-4945-4604BDB73137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E5F7DA-FBF4-306D-4893-9D6A50259079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7F8FB9D-37A0-CCB4-8E28-2A9D9EE81C0B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5E9D99F9-4A3E-2C7B-8224-AAB52164CB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8" name="Title 15">
            <a:extLst>
              <a:ext uri="{FF2B5EF4-FFF2-40B4-BE49-F238E27FC236}">
                <a16:creationId xmlns:a16="http://schemas.microsoft.com/office/drawing/2014/main" id="{05A14CD0-64F3-BAB4-62C8-8404ED21DE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87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w/ Clearwater">
    <p:bg>
      <p:bgPr>
        <a:gradFill flip="none" rotWithShape="1">
          <a:gsLst>
            <a:gs pos="0">
              <a:srgbClr val="0851A7"/>
            </a:gs>
            <a:gs pos="100000">
              <a:srgbClr val="061A40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9F8731-8D8F-5FD2-538F-849A608AD8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834EDCD-142D-52EF-6FA5-81227D48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EE2DB-DEAB-F01C-609C-50BCDC8AA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4B90458-976D-F792-0C7B-79D2D80563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0350" y="1696583"/>
            <a:ext cx="9131300" cy="309943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Add statement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D4F81D3-EF3B-C9A7-F825-066D70C494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0981" y="288923"/>
            <a:ext cx="2033588" cy="488061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AF56A1B-CB0E-2C56-41D5-536E7B057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34580" y="1227044"/>
            <a:ext cx="378238" cy="385477"/>
          </a:xfrm>
          <a:custGeom>
            <a:avLst/>
            <a:gdLst>
              <a:gd name="connsiteX0" fmla="*/ 291370 w 378238"/>
              <a:gd name="connsiteY0" fmla="*/ 0 h 385477"/>
              <a:gd name="connsiteX1" fmla="*/ 378238 w 378238"/>
              <a:gd name="connsiteY1" fmla="*/ 0 h 385477"/>
              <a:gd name="connsiteX2" fmla="*/ 311277 w 378238"/>
              <a:gd name="connsiteY2" fmla="*/ 204502 h 385477"/>
              <a:gd name="connsiteX3" fmla="*/ 378238 w 378238"/>
              <a:gd name="connsiteY3" fmla="*/ 204502 h 385477"/>
              <a:gd name="connsiteX4" fmla="*/ 378238 w 378238"/>
              <a:gd name="connsiteY4" fmla="*/ 385477 h 385477"/>
              <a:gd name="connsiteX5" fmla="*/ 211741 w 378238"/>
              <a:gd name="connsiteY5" fmla="*/ 385477 h 385477"/>
              <a:gd name="connsiteX6" fmla="*/ 211741 w 378238"/>
              <a:gd name="connsiteY6" fmla="*/ 218980 h 385477"/>
              <a:gd name="connsiteX7" fmla="*/ 79629 w 378238"/>
              <a:gd name="connsiteY7" fmla="*/ 0 h 385477"/>
              <a:gd name="connsiteX8" fmla="*/ 166497 w 378238"/>
              <a:gd name="connsiteY8" fmla="*/ 0 h 385477"/>
              <a:gd name="connsiteX9" fmla="*/ 99536 w 378238"/>
              <a:gd name="connsiteY9" fmla="*/ 204502 h 385477"/>
              <a:gd name="connsiteX10" fmla="*/ 166497 w 378238"/>
              <a:gd name="connsiteY10" fmla="*/ 204502 h 385477"/>
              <a:gd name="connsiteX11" fmla="*/ 166497 w 378238"/>
              <a:gd name="connsiteY11" fmla="*/ 385477 h 385477"/>
              <a:gd name="connsiteX12" fmla="*/ 0 w 378238"/>
              <a:gd name="connsiteY12" fmla="*/ 385477 h 385477"/>
              <a:gd name="connsiteX13" fmla="*/ 0 w 378238"/>
              <a:gd name="connsiteY13" fmla="*/ 218980 h 385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8238" h="385477">
                <a:moveTo>
                  <a:pt x="291370" y="0"/>
                </a:moveTo>
                <a:lnTo>
                  <a:pt x="378238" y="0"/>
                </a:lnTo>
                <a:lnTo>
                  <a:pt x="311277" y="204502"/>
                </a:lnTo>
                <a:lnTo>
                  <a:pt x="378238" y="204502"/>
                </a:lnTo>
                <a:lnTo>
                  <a:pt x="378238" y="385477"/>
                </a:lnTo>
                <a:lnTo>
                  <a:pt x="211741" y="385477"/>
                </a:lnTo>
                <a:lnTo>
                  <a:pt x="211741" y="218980"/>
                </a:lnTo>
                <a:close/>
                <a:moveTo>
                  <a:pt x="79629" y="0"/>
                </a:moveTo>
                <a:lnTo>
                  <a:pt x="166497" y="0"/>
                </a:lnTo>
                <a:lnTo>
                  <a:pt x="99536" y="204502"/>
                </a:lnTo>
                <a:lnTo>
                  <a:pt x="166497" y="204502"/>
                </a:lnTo>
                <a:lnTo>
                  <a:pt x="166497" y="385477"/>
                </a:lnTo>
                <a:lnTo>
                  <a:pt x="0" y="385477"/>
                </a:lnTo>
                <a:lnTo>
                  <a:pt x="0" y="21898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E66A736-2CA2-5C6B-9F3E-F8CF20B018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0800000">
            <a:off x="10168980" y="4308290"/>
            <a:ext cx="378238" cy="385477"/>
          </a:xfrm>
          <a:custGeom>
            <a:avLst/>
            <a:gdLst>
              <a:gd name="connsiteX0" fmla="*/ 291370 w 378238"/>
              <a:gd name="connsiteY0" fmla="*/ 0 h 385477"/>
              <a:gd name="connsiteX1" fmla="*/ 378238 w 378238"/>
              <a:gd name="connsiteY1" fmla="*/ 0 h 385477"/>
              <a:gd name="connsiteX2" fmla="*/ 311277 w 378238"/>
              <a:gd name="connsiteY2" fmla="*/ 204502 h 385477"/>
              <a:gd name="connsiteX3" fmla="*/ 378238 w 378238"/>
              <a:gd name="connsiteY3" fmla="*/ 204502 h 385477"/>
              <a:gd name="connsiteX4" fmla="*/ 378238 w 378238"/>
              <a:gd name="connsiteY4" fmla="*/ 385477 h 385477"/>
              <a:gd name="connsiteX5" fmla="*/ 211741 w 378238"/>
              <a:gd name="connsiteY5" fmla="*/ 385477 h 385477"/>
              <a:gd name="connsiteX6" fmla="*/ 211741 w 378238"/>
              <a:gd name="connsiteY6" fmla="*/ 218980 h 385477"/>
              <a:gd name="connsiteX7" fmla="*/ 79629 w 378238"/>
              <a:gd name="connsiteY7" fmla="*/ 0 h 385477"/>
              <a:gd name="connsiteX8" fmla="*/ 166497 w 378238"/>
              <a:gd name="connsiteY8" fmla="*/ 0 h 385477"/>
              <a:gd name="connsiteX9" fmla="*/ 99536 w 378238"/>
              <a:gd name="connsiteY9" fmla="*/ 204502 h 385477"/>
              <a:gd name="connsiteX10" fmla="*/ 166497 w 378238"/>
              <a:gd name="connsiteY10" fmla="*/ 204502 h 385477"/>
              <a:gd name="connsiteX11" fmla="*/ 166497 w 378238"/>
              <a:gd name="connsiteY11" fmla="*/ 385477 h 385477"/>
              <a:gd name="connsiteX12" fmla="*/ 0 w 378238"/>
              <a:gd name="connsiteY12" fmla="*/ 385477 h 385477"/>
              <a:gd name="connsiteX13" fmla="*/ 0 w 378238"/>
              <a:gd name="connsiteY13" fmla="*/ 218980 h 385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8238" h="385477">
                <a:moveTo>
                  <a:pt x="291370" y="0"/>
                </a:moveTo>
                <a:lnTo>
                  <a:pt x="378238" y="0"/>
                </a:lnTo>
                <a:lnTo>
                  <a:pt x="311277" y="204502"/>
                </a:lnTo>
                <a:lnTo>
                  <a:pt x="378238" y="204502"/>
                </a:lnTo>
                <a:lnTo>
                  <a:pt x="378238" y="385477"/>
                </a:lnTo>
                <a:lnTo>
                  <a:pt x="211741" y="385477"/>
                </a:lnTo>
                <a:lnTo>
                  <a:pt x="211741" y="218980"/>
                </a:lnTo>
                <a:close/>
                <a:moveTo>
                  <a:pt x="79629" y="0"/>
                </a:moveTo>
                <a:lnTo>
                  <a:pt x="166497" y="0"/>
                </a:lnTo>
                <a:lnTo>
                  <a:pt x="99536" y="204502"/>
                </a:lnTo>
                <a:lnTo>
                  <a:pt x="166497" y="204502"/>
                </a:lnTo>
                <a:lnTo>
                  <a:pt x="166497" y="385477"/>
                </a:lnTo>
                <a:lnTo>
                  <a:pt x="0" y="385477"/>
                </a:lnTo>
                <a:lnTo>
                  <a:pt x="0" y="21898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0CADBB7-384A-DE0D-076B-ED6E7C82DB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5038" y="4993821"/>
            <a:ext cx="4646612" cy="538162"/>
          </a:xfrm>
        </p:spPr>
        <p:txBody>
          <a:bodyPr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source</a:t>
            </a:r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CF2C09-CA06-B548-8838-37DC8AB6851D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4BBFDF-E4D2-DDE1-5B50-7A57003FE06C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530C672-F91C-17C3-E67E-98852B28B8F6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DC873F8F-C86A-E7EF-951F-50401E811E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024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450058-19D6-3ED4-C5F9-F1F2B9D92BDB}"/>
              </a:ext>
            </a:extLst>
          </p:cNvPr>
          <p:cNvSpPr/>
          <p:nvPr userDrawn="1"/>
        </p:nvSpPr>
        <p:spPr>
          <a:xfrm>
            <a:off x="1079500" y="1339850"/>
            <a:ext cx="10033000" cy="4584700"/>
          </a:xfrm>
          <a:prstGeom prst="roundRect">
            <a:avLst>
              <a:gd name="adj" fmla="val 323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E55531-9FC4-5FDA-068F-F86003DAF52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013096" y="2386543"/>
            <a:ext cx="2491314" cy="2491314"/>
          </a:xfrm>
          <a:prstGeom prst="roundRect">
            <a:avLst>
              <a:gd name="adj" fmla="val 4359"/>
            </a:avLst>
          </a:prstGeom>
          <a:noFill/>
          <a:ln>
            <a:noFill/>
          </a:ln>
          <a:effectLst/>
        </p:spPr>
        <p:txBody>
          <a:bodyPr rtlCol="0" anchor="ctr"/>
          <a:lstStyle>
            <a:lvl1pPr>
              <a:defRPr kumimoji="0" lang="en-US" sz="18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R="0" lvl="0" algn="ctr" defTabSz="6095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tabLst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8FD5BD-1494-5E1E-32DF-E8FDE8F3E08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22615" y="3152775"/>
            <a:ext cx="4858628" cy="1242988"/>
          </a:xfrm>
        </p:spPr>
        <p:txBody>
          <a:bodyPr anchor="b"/>
          <a:lstStyle>
            <a:lvl1pPr>
              <a:defRPr sz="3600" b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US"/>
              <a:t>Add name here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499AA19-1A53-D438-7853-39D7B90F7F0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622614" y="4562475"/>
            <a:ext cx="4858627" cy="1081242"/>
          </a:xfrm>
        </p:spPr>
        <p:txBody>
          <a:bodyPr anchor="b"/>
          <a:lstStyle>
            <a:lvl1pPr>
              <a:defRPr sz="1800"/>
            </a:lvl1pPr>
            <a:lvl2pPr>
              <a:defRPr sz="105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Add job 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6B343C8-9FF0-DBDA-617D-1B3792AC16E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849845" y="1620683"/>
            <a:ext cx="2000250" cy="8175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F902D5-68D6-C3BF-14D3-260D4F704958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E6A25A8-399A-95E0-10A5-92FCE4F9D300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1CA60C6-B297-1C51-87B0-C431632DD60E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373D4D9B-F606-401E-77A7-624CA2B78E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3" name="Title 15">
            <a:extLst>
              <a:ext uri="{FF2B5EF4-FFF2-40B4-BE49-F238E27FC236}">
                <a16:creationId xmlns:a16="http://schemas.microsoft.com/office/drawing/2014/main" id="{5A4502E1-4EBC-561E-831A-8B77252AC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898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267239-4264-4956-9F1E-4646BEB2F6C4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591927-6962-5336-345F-2541B443C4AE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8B37106-51D5-43D7-01FB-78D0EA96ED95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89FFBFC7-DEA3-73AA-8270-50993DFC28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  <p:sp>
        <p:nvSpPr>
          <p:cNvPr id="5" name="Title 15">
            <a:extLst>
              <a:ext uri="{FF2B5EF4-FFF2-40B4-BE49-F238E27FC236}">
                <a16:creationId xmlns:a16="http://schemas.microsoft.com/office/drawing/2014/main" id="{BDF0E527-E104-E70D-3B45-D270B1C8D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468" y="307976"/>
            <a:ext cx="11219328" cy="42509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Add title</a:t>
            </a:r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4395635-018A-F499-5357-C4FDFEBB17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965" y="749065"/>
            <a:ext cx="11226831" cy="30777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Add subheading</a:t>
            </a:r>
          </a:p>
        </p:txBody>
      </p:sp>
    </p:spTree>
    <p:extLst>
      <p:ext uri="{BB962C8B-B14F-4D97-AF65-F5344CB8AC3E}">
        <p14:creationId xmlns:p14="http://schemas.microsoft.com/office/powerpoint/2010/main" val="3961805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ank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87B89F7-7AB6-AA2D-66F9-3A537CF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6440470"/>
            <a:ext cx="59055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22284-A5EE-D129-56CB-53F3DE8C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BE8DE81-ACC6-2985-4AC9-C773F07EEBB4}"/>
              </a:ext>
            </a:extLst>
          </p:cNvPr>
          <p:cNvGrpSpPr/>
          <p:nvPr userDrawn="1"/>
        </p:nvGrpSpPr>
        <p:grpSpPr>
          <a:xfrm>
            <a:off x="10564991" y="6526852"/>
            <a:ext cx="665567" cy="192360"/>
            <a:chOff x="10850115" y="6412922"/>
            <a:chExt cx="758254" cy="3524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9B0B12-521D-F07D-3F53-A913CBBB77D1}"/>
                </a:ext>
              </a:extLst>
            </p:cNvPr>
            <p:cNvSpPr txBox="1"/>
            <p:nvPr userDrawn="1"/>
          </p:nvSpPr>
          <p:spPr>
            <a:xfrm>
              <a:off x="10850115" y="6412922"/>
              <a:ext cx="758254" cy="3524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650">
                  <a:solidFill>
                    <a:schemeClr val="tx2"/>
                  </a:solidFill>
                  <a:latin typeface="+mn-lt"/>
                </a:rPr>
                <a:t>CWAN.COM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0DEC72B-DFC3-792A-9FFC-E937D3936C03}"/>
                </a:ext>
              </a:extLst>
            </p:cNvPr>
            <p:cNvSpPr/>
            <p:nvPr userDrawn="1"/>
          </p:nvSpPr>
          <p:spPr>
            <a:xfrm>
              <a:off x="10852055" y="6472913"/>
              <a:ext cx="754370" cy="23247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50">
                <a:solidFill>
                  <a:schemeClr val="tx1"/>
                </a:solidFill>
              </a:endParaRPr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292F79B4-6FC1-1043-4953-B45273F24A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48" y="6569038"/>
            <a:ext cx="449952" cy="10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33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E76FBE-3831-79FB-53F9-41E9AF0FC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468" y="307975"/>
            <a:ext cx="11219328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9C21C-9BE9-657D-F49B-3331F3603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467" y="1825625"/>
            <a:ext cx="1121932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96B8F-CCFD-274F-9D9D-8AFD23299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19226" y="6440470"/>
            <a:ext cx="838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EFCA-BE2A-2693-9E72-1D3043488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0" y="6440470"/>
            <a:ext cx="59055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65953-64F8-98C6-78F5-4DFC78510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40470"/>
            <a:ext cx="49768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6A67D-7C08-482E-ABE2-13EE779544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912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83" r:id="rId2"/>
    <p:sldLayoutId id="2147483685" r:id="rId3"/>
    <p:sldLayoutId id="2147483653" r:id="rId4"/>
    <p:sldLayoutId id="2147483679" r:id="rId5"/>
    <p:sldLayoutId id="2147483675" r:id="rId6"/>
    <p:sldLayoutId id="2147483667" r:id="rId7"/>
    <p:sldLayoutId id="2147483668" r:id="rId8"/>
    <p:sldLayoutId id="2147483669" r:id="rId9"/>
    <p:sldLayoutId id="2147483670" r:id="rId10"/>
    <p:sldLayoutId id="2147483673" r:id="rId11"/>
    <p:sldLayoutId id="2147483674" r:id="rId12"/>
    <p:sldLayoutId id="2147483706" r:id="rId13"/>
    <p:sldLayoutId id="2147483707" r:id="rId14"/>
    <p:sldLayoutId id="2147483708" r:id="rId15"/>
    <p:sldLayoutId id="2147483655" r:id="rId16"/>
    <p:sldLayoutId id="2147483656" r:id="rId17"/>
    <p:sldLayoutId id="2147483657" r:id="rId18"/>
    <p:sldLayoutId id="2147483658" r:id="rId19"/>
    <p:sldLayoutId id="2147483659" r:id="rId20"/>
    <p:sldLayoutId id="2147483660" r:id="rId21"/>
    <p:sldLayoutId id="2147483663" r:id="rId22"/>
    <p:sldLayoutId id="2147483661" r:id="rId23"/>
    <p:sldLayoutId id="2147483662" r:id="rId24"/>
    <p:sldLayoutId id="2147483676" r:id="rId25"/>
    <p:sldLayoutId id="2147483677" r:id="rId26"/>
    <p:sldLayoutId id="2147483687" r:id="rId27"/>
    <p:sldLayoutId id="2147483688" r:id="rId28"/>
    <p:sldLayoutId id="2147483682" r:id="rId29"/>
    <p:sldLayoutId id="2147483689" r:id="rId30"/>
    <p:sldLayoutId id="2147483650" r:id="rId31"/>
    <p:sldLayoutId id="21474836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Poppins Medium" panose="00000600000000000000" pitchFamily="2" charset="0"/>
          <a:ea typeface="+mj-ea"/>
          <a:cs typeface="Poppins Medium" panose="000006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44767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71437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990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9FCC3B"/>
          </p15:clr>
        </p15:guide>
        <p15:guide id="2" pos="3840" userDrawn="1">
          <p15:clr>
            <a:srgbClr val="9FCC3B"/>
          </p15:clr>
        </p15:guide>
        <p15:guide id="3" pos="189" userDrawn="1">
          <p15:clr>
            <a:srgbClr val="5ACBF0"/>
          </p15:clr>
        </p15:guide>
        <p15:guide id="4" pos="7491" userDrawn="1">
          <p15:clr>
            <a:srgbClr val="5ACBF0"/>
          </p15:clr>
        </p15:guide>
        <p15:guide id="5" orient="horz" pos="187" userDrawn="1">
          <p15:clr>
            <a:srgbClr val="5ACBF0"/>
          </p15:clr>
        </p15:guide>
        <p15:guide id="6" orient="horz" pos="4029" userDrawn="1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i="0">
                <a:solidFill>
                  <a:srgbClr val="FFFFFF"/>
                </a:solidFill>
                <a:latin typeface="Poppins"/>
              </a:rPr>
              <a:t>Subagent-driven
development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B8DAFF"/>
                </a:solidFill>
                <a:latin typeface="Poppins"/>
              </a:rPr>
              <a:t>A complete multi-agent workflow for turning ideas into shipped code.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The 7 skills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5965" y="1556623"/>
          <a:ext cx="11200000" cy="3629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/>
                <a:gridCol w="4200000"/>
                <a:gridCol w="6400000"/>
              </a:tblGrid>
              <a:tr h="453687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Poppins"/>
                        </a:rPr>
                        <a:t>#</a:t>
                      </a:r>
                    </a:p>
                  </a:txBody>
                  <a:tcPr>
                    <a:solidFill>
                      <a:srgbClr val="004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Poppins"/>
                        </a:rPr>
                        <a:t>Skill</a:t>
                      </a:r>
                    </a:p>
                  </a:txBody>
                  <a:tcPr>
                    <a:solidFill>
                      <a:srgbClr val="004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Poppins"/>
                        </a:rPr>
                        <a:t>Purpose</a:t>
                      </a:r>
                    </a:p>
                  </a:txBody>
                  <a:tcPr>
                    <a:solidFill>
                      <a:srgbClr val="0047D1"/>
                    </a:solidFill>
                  </a:tcPr>
                </a:tc>
              </a:tr>
              <a:tr h="453687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47D1"/>
                          </a:solidFill>
                          <a:latin typeface="Poppins"/>
                        </a:rPr>
                        <a:t>/brainstorming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Design gate. Explore, question, propose, write spec.</a:t>
                      </a:r>
                    </a:p>
                  </a:txBody>
                  <a:tcPr/>
                </a:tc>
              </a:tr>
              <a:tr h="453687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2</a:t>
                      </a:r>
                    </a:p>
                  </a:txBody>
                  <a:tcP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47D1"/>
                          </a:solidFill>
                          <a:latin typeface="Poppins"/>
                        </a:rPr>
                        <a:t>/writing-plans</a:t>
                      </a:r>
                    </a:p>
                  </a:txBody>
                  <a:tcP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Convert spec into bite-sized TDD implementation plan.</a:t>
                      </a:r>
                    </a:p>
                  </a:txBody>
                  <a:tcPr>
                    <a:solidFill>
                      <a:srgbClr val="EBEDF8"/>
                    </a:solidFill>
                  </a:tcPr>
                </a:tc>
              </a:tr>
              <a:tr h="453687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47D1"/>
                          </a:solidFill>
                          <a:latin typeface="Poppins"/>
                        </a:rPr>
                        <a:t>/subagent-driven-development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Execute via fresh subagent per task + two-stage review.</a:t>
                      </a:r>
                    </a:p>
                  </a:txBody>
                  <a:tcPr/>
                </a:tc>
              </a:tr>
              <a:tr h="453687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4</a:t>
                      </a:r>
                    </a:p>
                  </a:txBody>
                  <a:tcP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47D1"/>
                          </a:solidFill>
                          <a:latin typeface="Poppins"/>
                        </a:rPr>
                        <a:t>/executing-plans</a:t>
                      </a:r>
                    </a:p>
                  </a:txBody>
                  <a:tcP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Simpler batch execution in a separate session.</a:t>
                      </a:r>
                    </a:p>
                  </a:txBody>
                  <a:tcPr>
                    <a:solidFill>
                      <a:srgbClr val="EBEDF8"/>
                    </a:solidFill>
                  </a:tcPr>
                </a:tc>
              </a:tr>
              <a:tr h="453687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47D1"/>
                          </a:solidFill>
                          <a:latin typeface="Poppins"/>
                        </a:rPr>
                        <a:t>/requesting-code-review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Dispatch code reviewer with clean context.</a:t>
                      </a:r>
                    </a:p>
                  </a:txBody>
                  <a:tcPr/>
                </a:tc>
              </a:tr>
              <a:tr h="453687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6</a:t>
                      </a:r>
                    </a:p>
                  </a:txBody>
                  <a:tcP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47D1"/>
                          </a:solidFill>
                          <a:latin typeface="Poppins"/>
                        </a:rPr>
                        <a:t>/finishing-a-development-branch</a:t>
                      </a:r>
                    </a:p>
                  </a:txBody>
                  <a:tcP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Verify tests, merge/PR/keep/discard.</a:t>
                      </a:r>
                    </a:p>
                  </a:txBody>
                  <a:tcPr>
                    <a:solidFill>
                      <a:srgbClr val="EBEDF8"/>
                    </a:solidFill>
                  </a:tcPr>
                </a:tc>
              </a:tr>
              <a:tr h="453689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47D1"/>
                          </a:solidFill>
                          <a:latin typeface="Poppins"/>
                        </a:rPr>
                        <a:t>/using-git-worktrees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61A40"/>
                          </a:solidFill>
                          <a:latin typeface="Poppins"/>
                        </a:rPr>
                        <a:t>Create isolated workspace with safety checks.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The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65" y="1800000"/>
            <a:ext cx="11226830" cy="17489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1. Explores project context (files, docs, recent commits)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2. Asks clarifying questions (one at a time, multiple choice preferred)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3. Proposes 2-3 approaches with trade-offs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4. Writes spec to docs/specs/YYYY-MM-DD-&lt;topic&gt;-design.md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5. Self-reviews for placeholders, contradictions, scope creep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6. User reviews the written spec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7. Transitions to /writing-plans (the only exit)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400" b="0" i="1">
                <a:solidFill>
                  <a:srgbClr val="0047D1"/>
                </a:solidFill>
                <a:latin typeface="Poppins"/>
              </a:rPr>
              <a:t>YAGNI ruthlessly. Design for isolation and clarity.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Skill 1: /brainstorming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6C7892"/>
                </a:solidFill>
                <a:latin typeface="Poppins"/>
              </a:rPr>
              <a:t>Hard gate before any implementation. No code without an approved spec.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61A40"/>
                </a:solidFill>
                <a:latin typeface="Poppins"/>
              </a:rPr>
              <a:t>Bite-sized steps (2-5 min each), every step is ONE action: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 i="0">
                <a:solidFill>
                  <a:srgbClr val="061A40"/>
                </a:solidFill>
                <a:latin typeface="Poppins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61A40"/>
                </a:solidFill>
                <a:latin typeface="Courier New"/>
              </a:rPr>
              <a:t>- [ ] Step 1: Write the failing test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61A40"/>
                </a:solidFill>
                <a:latin typeface="Courier New"/>
              </a:rPr>
              <a:t>      (actual test code here)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61A40"/>
                </a:solidFill>
                <a:latin typeface="Courier New"/>
              </a:rPr>
              <a:t>- [ ] Step 2: Run it, verify it fails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61A40"/>
                </a:solidFill>
                <a:latin typeface="Courier New"/>
              </a:rPr>
              <a:t>      Run: pytest tests/test_foo.py -v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61A40"/>
                </a:solidFill>
                <a:latin typeface="Courier New"/>
              </a:rPr>
              <a:t>      Expected: FAIL with "function not defined"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61A40"/>
                </a:solidFill>
                <a:latin typeface="Courier New"/>
              </a:rPr>
              <a:t>- [ ] Step 3: Implement minimal code to pass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61A40"/>
                </a:solidFill>
                <a:latin typeface="Courier New"/>
              </a:rPr>
              <a:t>      (actual implementation code here)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61A40"/>
                </a:solidFill>
                <a:latin typeface="Courier New"/>
              </a:rPr>
              <a:t>- [ ] Step 4: Run test, verify it passes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61A40"/>
                </a:solidFill>
                <a:latin typeface="Courier New"/>
              </a:rPr>
              <a:t>- [ ] Step 5: Commit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Skill 2: /writing-plans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6C7892"/>
                </a:solidFill>
                <a:latin typeface="Poppins"/>
              </a:rPr>
              <a:t>Turn approved specs into construction manuals. Zero codebase context assumed.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"TBD", "TODO", "implement later", "fill in details"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"Add appropriate error handling"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"Write tests for the above" (without actual test code)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"Similar to Task N" (repeat the code)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Steps that describe what to do without showing how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 i="0">
                <a:solidFill>
                  <a:srgbClr val="061A40"/>
                </a:solidFill>
                <a:latin typeface="Poppins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Every step has: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actual code, exact commands, expected output.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Self-review checklist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061A40"/>
                </a:solidFill>
                <a:latin typeface="Poppins"/>
              </a:rPr>
              <a:t>1. Spec coverage: can you point to a task for every requirement?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061A40"/>
                </a:solidFill>
                <a:latin typeface="Poppins"/>
              </a:rPr>
              <a:t>2. Placeholder scan: any red flag patterns?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061A40"/>
                </a:solidFill>
                <a:latin typeface="Poppins"/>
              </a:rPr>
              <a:t>3. Type consistency: do names match across tasks?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Skill 2: No placeholders rule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6C7892"/>
                </a:solidFill>
                <a:latin typeface="Poppins"/>
              </a:rPr>
              <a:t>These are plan failures. Never write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Skill 3: /subagent-driven-development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6C7892"/>
                </a:solidFill>
                <a:latin typeface="Poppins"/>
              </a:rPr>
              <a:t>Execute the plan in the current session. Fresh subagent per task. Two-stage review after each.</a:t>
            </a:r>
          </a:p>
        </p:txBody>
      </p:sp>
      <p:pic>
        <p:nvPicPr>
          <p:cNvPr id="4" name="Picture 3" descr="task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65" y="1800000"/>
            <a:ext cx="11226830" cy="20708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Skill 3: Model selection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6C7892"/>
                </a:solidFill>
                <a:latin typeface="Poppins"/>
              </a:rPr>
              <a:t>Use the least powerful model that can handle each role.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5965" y="1556623"/>
          <a:ext cx="112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4800000"/>
                <a:gridCol w="3200000"/>
              </a:tblGrid>
              <a:tr h="4500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Poppins"/>
                        </a:rPr>
                        <a:t>Task type</a:t>
                      </a:r>
                    </a:p>
                  </a:txBody>
                  <a:tcPr>
                    <a:solidFill>
                      <a:srgbClr val="004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Poppins"/>
                        </a:rPr>
                        <a:t>Signal</a:t>
                      </a:r>
                    </a:p>
                  </a:txBody>
                  <a:tcPr>
                    <a:solidFill>
                      <a:srgbClr val="004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Poppins"/>
                        </a:rPr>
                        <a:t>Model</a:t>
                      </a:r>
                    </a:p>
                  </a:txBody>
                  <a:tcPr>
                    <a:solidFill>
                      <a:srgbClr val="0047D1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61A40"/>
                          </a:solidFill>
                          <a:latin typeface="Poppins"/>
                        </a:rPr>
                        <a:t>Mechanical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61A40"/>
                          </a:solidFill>
                          <a:latin typeface="Poppins"/>
                        </a:rPr>
                        <a:t>1-2 files, clear spec, isolated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61A40"/>
                          </a:solidFill>
                          <a:latin typeface="Poppins"/>
                        </a:rPr>
                        <a:t>Fast/cheap (Sonnet)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61A40"/>
                          </a:solidFill>
                          <a:latin typeface="Poppins"/>
                        </a:rPr>
                        <a:t>Integration</a:t>
                      </a:r>
                    </a:p>
                  </a:txBody>
                  <a:tcP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61A40"/>
                          </a:solidFill>
                          <a:latin typeface="Poppins"/>
                        </a:rPr>
                        <a:t>Multi-file, coordination needed</a:t>
                      </a:r>
                    </a:p>
                  </a:txBody>
                  <a:tcP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61A40"/>
                          </a:solidFill>
                          <a:latin typeface="Poppins"/>
                        </a:rPr>
                        <a:t>Standard (Sonnet)</a:t>
                      </a:r>
                    </a:p>
                  </a:txBody>
                  <a:tcPr>
                    <a:solidFill>
                      <a:srgbClr val="EBEDF8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61A40"/>
                          </a:solidFill>
                          <a:latin typeface="Poppins"/>
                        </a:rPr>
                        <a:t>Architecture/Review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61A40"/>
                          </a:solidFill>
                          <a:latin typeface="Poppins"/>
                        </a:rPr>
                        <a:t>Design judgment, broad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61A40"/>
                          </a:solidFill>
                          <a:latin typeface="Poppins"/>
                        </a:rPr>
                        <a:t>Most capable (Opus)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15965" y="3756623"/>
            <a:ext cx="1122683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Implementer status handling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047D1"/>
                </a:solidFill>
                <a:latin typeface="Poppins"/>
              </a:rPr>
              <a:t>DONE: </a:t>
            </a:r>
            <a:r>
              <a:rPr sz="1300" b="0" i="0">
                <a:solidFill>
                  <a:srgbClr val="061A40"/>
                </a:solidFill>
                <a:latin typeface="Poppins"/>
              </a:rPr>
              <a:t>Proceed to spec review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047D1"/>
                </a:solidFill>
                <a:latin typeface="Poppins"/>
              </a:rPr>
              <a:t>DONE_WITH_CONCERNS: </a:t>
            </a:r>
            <a:r>
              <a:rPr sz="1300" b="0" i="0">
                <a:solidFill>
                  <a:srgbClr val="061A40"/>
                </a:solidFill>
                <a:latin typeface="Poppins"/>
              </a:rPr>
              <a:t>Read concerns, address if needed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047D1"/>
                </a:solidFill>
                <a:latin typeface="Poppins"/>
              </a:rPr>
              <a:t>NEEDS_CONTEXT: </a:t>
            </a:r>
            <a:r>
              <a:rPr sz="1300" b="0" i="0">
                <a:solidFill>
                  <a:srgbClr val="061A40"/>
                </a:solidFill>
                <a:latin typeface="Poppins"/>
              </a:rPr>
              <a:t>Provide missing info, re-dispatch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047D1"/>
                </a:solidFill>
                <a:latin typeface="Poppins"/>
              </a:rPr>
              <a:t>BLOCKED: </a:t>
            </a:r>
            <a:r>
              <a:rPr sz="1300" b="0" i="0">
                <a:solidFill>
                  <a:srgbClr val="061A40"/>
                </a:solidFill>
                <a:latin typeface="Poppins"/>
              </a:rPr>
              <a:t>More context, better model, or smaller pieces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Process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1. Load and critically review the plan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2. Raise concerns before starting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3. For each task: mark in-progress, follow steps exactly, run verifications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4.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Red/green TDD for every task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(tests before implementation, always)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5. When done: /finishing-a-development-branch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When to stop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061A40"/>
                </a:solidFill>
                <a:latin typeface="Poppins"/>
              </a:rPr>
              <a:t>Hit a blocker (missing dependency, test fails, unclear instruction)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061A40"/>
                </a:solidFill>
                <a:latin typeface="Poppins"/>
              </a:rPr>
              <a:t>Plan has critical gaps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061A40"/>
                </a:solidFill>
                <a:latin typeface="Poppins"/>
              </a:rPr>
              <a:t>Verification fails repeatedly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300" b="0" i="1">
                <a:solidFill>
                  <a:srgbClr val="6C7892"/>
                </a:solidFill>
                <a:latin typeface="Poppins"/>
              </a:rPr>
              <a:t>Ask for clarification rather than guessing.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Skill 4: /executing-plans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6C7892"/>
                </a:solidFill>
                <a:latin typeface="Poppins"/>
              </a:rPr>
              <a:t>Simpler alternative. Separate session, batch mode, periodic review checkpoints.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When (mandatory)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After each task in subagent-driven development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After completing a major feature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Before merge to main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How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1. Get git SHAs (base and head)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2. Dispatch code-reviewer subagent with: what was built, the plan, the diff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Output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047D1"/>
                </a:solidFill>
                <a:latin typeface="Poppins"/>
              </a:rPr>
              <a:t>Strengths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(be specific)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047D1"/>
                </a:solidFill>
                <a:latin typeface="Poppins"/>
              </a:rPr>
              <a:t>Issues: 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Critical (must fix) / Important (should fix) / Minor (nice to have)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047D1"/>
                </a:solidFill>
                <a:latin typeface="Poppins"/>
              </a:rPr>
              <a:t>Assessment: 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Ready to merge? Yes / No / With fixes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Skill 5: /requesting-code-review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Process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1.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Verify tests pass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(cannot proceed if they fail)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2.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Determine base branch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3.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Present exactly 4 options: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 i="0">
                <a:solidFill>
                  <a:srgbClr val="061A40"/>
                </a:solidFill>
                <a:latin typeface="Poppins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047D1"/>
                </a:solidFill>
                <a:latin typeface="Poppins"/>
              </a:rPr>
              <a:t>   1. Merge locally: </a:t>
            </a:r>
            <a:r>
              <a:rPr sz="1300" b="0" i="0">
                <a:solidFill>
                  <a:srgbClr val="061A40"/>
                </a:solidFill>
                <a:latin typeface="Poppins"/>
              </a:rPr>
              <a:t>Checkout base, pull, merge, test merged result, delete branch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047D1"/>
                </a:solidFill>
                <a:latin typeface="Poppins"/>
              </a:rPr>
              <a:t>   2. Push + PR: </a:t>
            </a:r>
            <a:r>
              <a:rPr sz="1300" b="0" i="0">
                <a:solidFill>
                  <a:srgbClr val="061A40"/>
                </a:solidFill>
                <a:latin typeface="Poppins"/>
              </a:rPr>
              <a:t>Push with -u, gh pr create, display URL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047D1"/>
                </a:solidFill>
                <a:latin typeface="Poppins"/>
              </a:rPr>
              <a:t>   3. Keep as-is: </a:t>
            </a:r>
            <a:r>
              <a:rPr sz="1300" b="0" i="0">
                <a:solidFill>
                  <a:srgbClr val="061A40"/>
                </a:solidFill>
                <a:latin typeface="Poppins"/>
              </a:rPr>
              <a:t>Report status, leave worktree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047D1"/>
                </a:solidFill>
                <a:latin typeface="Poppins"/>
              </a:rPr>
              <a:t>   4. Discard: </a:t>
            </a:r>
            <a:r>
              <a:rPr sz="1300" b="0" i="0">
                <a:solidFill>
                  <a:srgbClr val="061A40"/>
                </a:solidFill>
                <a:latin typeface="Poppins"/>
              </a:rPr>
              <a:t>Requires typed confirmation, deletes branch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 i="0">
                <a:solidFill>
                  <a:srgbClr val="061A40"/>
                </a:solidFill>
                <a:latin typeface="Poppins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4.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Cleanup worktree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(for options 1, 2, 4)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Skill 6: /finishing-a-development-branch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Directory selection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1. Check for .worktrees/ (preferred) or worktrees/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2. Check CLAUDE.md for preference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3. Ask user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Safety (critical)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Verify directory is in .gitignore before creating. If not, add it and commit first.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Setup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Auto-detects project type and runs the appropriate install command (npm install, pip install, cargo build, go mod download). Then runs baseline tests to verify clean state.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Skill 7: /using-git-worktrees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6C7892"/>
                </a:solidFill>
                <a:latin typeface="Poppins"/>
              </a:rPr>
              <a:t>Isolated workspace with safety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1.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Design-first gate: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no code without an approved spec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2.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Two-stage review: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spec compliance (right thing?) then code quality (built well?)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3.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Red/green TDD: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unconditional. Tests before implementation, always.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4.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No placeholders: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every plan step has real code, real commands, expected output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5.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Fresh subagents per task: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prevents context pollution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6.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Bite-sized steps: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2-5 min granularity, one action per step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7.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Isolation via worktrees: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no branch-switching confusion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8.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YAGNI: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remove unnecessary features ruthlessly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Design principles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800" b="0" i="0">
                <a:solidFill>
                  <a:srgbClr val="B8DAFF"/>
                </a:solidFill>
                <a:latin typeface="Poppins"/>
              </a:rPr>
              <a:t>Using the skills to build a spec-to-MR coding harness.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3600" b="1" i="0">
                <a:solidFill>
                  <a:srgbClr val="FFFFFF"/>
                </a:solidFill>
                <a:latin typeface="Poppins"/>
              </a:rPr>
              <a:t>Applying SDD
to CW Forge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The plan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6C7892"/>
                </a:solidFill>
                <a:latin typeface="Courier New"/>
              </a:rPr>
              <a:t>~/.claude/plans/effervescent-chasing-robin.md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Flask UI + deterministic FSM orchestrator + Claude Code headless agents + parallel coding via git worktrees. 5 milestones, MVP through polish.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The gap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The plan is a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design document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(what to build and why).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61A40"/>
                </a:solidFill>
                <a:latin typeface="Poppins"/>
              </a:rPr>
              <a:t>SDD needs a </a:t>
            </a:r>
            <a:r>
              <a:rPr sz="1400" b="1" i="0">
                <a:solidFill>
                  <a:srgbClr val="0047D1"/>
                </a:solidFill>
                <a:latin typeface="Poppins"/>
              </a:rPr>
              <a:t>construction manual</a:t>
            </a:r>
            <a:r>
              <a:rPr sz="1400" b="0" i="0">
                <a:solidFill>
                  <a:srgbClr val="061A40"/>
                </a:solidFill>
                <a:latin typeface="Poppins"/>
              </a:rPr>
              <a:t> (exactly what to type, in what order).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 i="0">
                <a:solidFill>
                  <a:srgbClr val="061A40"/>
                </a:solidFill>
                <a:latin typeface="Poppins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6C7892"/>
                </a:solidFill>
                <a:latin typeface="Poppins"/>
              </a:rPr>
              <a:t>The plan already has: architecture diagram, design decisions, SQLite schema, UI layout, directory structure, reuse map, risk mitigations.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400" b="1" i="0">
                <a:solidFill>
                  <a:srgbClr val="061A40"/>
                </a:solidFill>
                <a:latin typeface="Poppins"/>
              </a:rPr>
              <a:t>This IS the spec. Brainstorming = done. Next: /writing-plans.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CW Forge: The situation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CW Forge: The SDD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cw-forg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65" y="1800000"/>
            <a:ext cx="11226830" cy="13066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Before (design doc checkbox)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6C7892"/>
                </a:solidFill>
                <a:latin typeface="Courier New"/>
              </a:rPr>
              <a:t>   state.py: SQLite schema, init_db(), CRUD for run/task/event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After (/writing-plans output)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61A40"/>
                </a:solidFill>
                <a:latin typeface="Courier New"/>
              </a:rPr>
              <a:t>- [ ] Step 1: Write failing test for init_db()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61A40"/>
                </a:solidFill>
                <a:latin typeface="Courier New"/>
              </a:rPr>
              <a:t>      def test_init_db_creates_all_tables():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61A40"/>
                </a:solidFill>
                <a:latin typeface="Courier New"/>
              </a:rPr>
              <a:t>          db = init_db(":memory:")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61A40"/>
                </a:solidFill>
                <a:latin typeface="Courier New"/>
              </a:rPr>
              <a:t>          tables = db.execute("SELECT name FROM sqlite_master").fetchall()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61A40"/>
                </a:solidFill>
                <a:latin typeface="Courier New"/>
              </a:rPr>
              <a:t>          assert {"run","task","event","chat"} == {t[0] for t in tables}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61A40"/>
                </a:solidFill>
                <a:latin typeface="Courier New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61A40"/>
                </a:solidFill>
                <a:latin typeface="Courier New"/>
              </a:rPr>
              <a:t>- [ ] Step 2: Run test, verify it fails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61A40"/>
                </a:solidFill>
                <a:latin typeface="Courier New"/>
              </a:rPr>
              <a:t>      Run: pytest tests/test_state.py::test_init_db -v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61A40"/>
                </a:solidFill>
                <a:latin typeface="Courier New"/>
              </a:rPr>
              <a:t>      Expected: FAIL with "cannot import name 'init_db'"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61A40"/>
                </a:solidFill>
                <a:latin typeface="Courier New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61A40"/>
                </a:solidFill>
                <a:latin typeface="Courier New"/>
              </a:rPr>
              <a:t>- [ ] Step 3: Implement init_db()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61A40"/>
                </a:solidFill>
                <a:latin typeface="Courier New"/>
              </a:rPr>
              <a:t>      (actual code with full CREATE TABLE statements)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400" b="1" i="0">
                <a:solidFill>
                  <a:srgbClr val="0047D1"/>
                </a:solidFill>
                <a:latin typeface="Poppins"/>
              </a:rPr>
              <a:t>One checkbox becomes 15-20 executable TDD steps.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CW Forge: What changes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061A40"/>
                </a:solidFill>
                <a:latin typeface="Poppins"/>
              </a:rPr>
              <a:t>The design stays the </a:t>
            </a:r>
            <a:r>
              <a:rPr sz="1600" b="1" i="0">
                <a:solidFill>
                  <a:srgbClr val="0047D1"/>
                </a:solidFill>
                <a:latin typeface="Poppins"/>
              </a:rPr>
              <a:t>source of truth.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061A40"/>
                </a:solidFill>
                <a:latin typeface="Poppins"/>
              </a:rPr>
              <a:t>The construction manual is </a:t>
            </a:r>
            <a:r>
              <a:rPr sz="1600" b="1" i="0">
                <a:solidFill>
                  <a:srgbClr val="0047D1"/>
                </a:solidFill>
                <a:latin typeface="Poppins"/>
              </a:rPr>
              <a:t>disposable</a:t>
            </a:r>
            <a:r>
              <a:rPr sz="1600" b="0" i="0">
                <a:solidFill>
                  <a:srgbClr val="061A40"/>
                </a:solidFill>
                <a:latin typeface="Poppins"/>
              </a:rPr>
              <a:t> and regenerated per milestone.</a:t>
            </a:r>
          </a:p>
          <a:p>
            <a:pPr algn="l">
              <a:spcBef>
                <a:spcPts val="20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For each milestone: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0047D1"/>
                </a:solidFill>
                <a:latin typeface="Courier New"/>
              </a:rPr>
              <a:t>/writing-plans  &gt;  /using-git-worktrees  &gt;  /subagent-driven-development  &gt;  /finishing-a-development-branch</a:t>
            </a:r>
          </a:p>
          <a:p>
            <a:pPr algn="l">
              <a:spcBef>
                <a:spcPts val="2000"/>
              </a:spcBef>
              <a:spcAft>
                <a:spcPts val="400"/>
              </a:spcAft>
            </a:pPr>
            <a:r>
              <a:rPr sz="1600" b="1" i="0">
                <a:solidFill>
                  <a:srgbClr val="0047D1"/>
                </a:solidFill>
                <a:latin typeface="Poppins"/>
              </a:rPr>
              <a:t>What SDD enforces: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061A40"/>
                </a:solidFill>
                <a:latin typeface="Poppins"/>
              </a:rPr>
              <a:t>No code without a spec (brainstorming gate)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061A40"/>
                </a:solidFill>
                <a:latin typeface="Poppins"/>
              </a:rPr>
              <a:t>No implementation without a plan (writing-plans gate)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061A40"/>
                </a:solidFill>
                <a:latin typeface="Poppins"/>
              </a:rPr>
              <a:t>Red/green TDD on every task (unconditional)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061A40"/>
                </a:solidFill>
                <a:latin typeface="Poppins"/>
              </a:rPr>
              <a:t>Two-stage review after every task (spec + quality)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061A40"/>
                </a:solidFill>
                <a:latin typeface="Poppins"/>
              </a:rPr>
              <a:t>Fresh context per task (no pollution)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061A40"/>
                </a:solidFill>
                <a:latin typeface="Poppins"/>
              </a:rPr>
              <a:t>Clean finish (tests, merge/PR, worktree cleanup)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7D1"/>
                </a:solidFill>
                <a:latin typeface="Poppins"/>
              </a:rPr>
              <a:t>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WAN">
  <a:themeElements>
    <a:clrScheme name="CWAN">
      <a:dk1>
        <a:sysClr val="windowText" lastClr="000000"/>
      </a:dk1>
      <a:lt1>
        <a:sysClr val="window" lastClr="FFFFFF"/>
      </a:lt1>
      <a:dk2>
        <a:srgbClr val="061A40"/>
      </a:dk2>
      <a:lt2>
        <a:srgbClr val="EBEDF8"/>
      </a:lt2>
      <a:accent1>
        <a:srgbClr val="217DFE"/>
      </a:accent1>
      <a:accent2>
        <a:srgbClr val="0047D1"/>
      </a:accent2>
      <a:accent3>
        <a:srgbClr val="00B9C2"/>
      </a:accent3>
      <a:accent4>
        <a:srgbClr val="7D5FFF"/>
      </a:accent4>
      <a:accent5>
        <a:srgbClr val="DE5D9F"/>
      </a:accent5>
      <a:accent6>
        <a:srgbClr val="FFC54F"/>
      </a:accent6>
      <a:hlink>
        <a:srgbClr val="217DFE"/>
      </a:hlink>
      <a:folHlink>
        <a:srgbClr val="00C0C9"/>
      </a:folHlink>
    </a:clrScheme>
    <a:fontScheme name="Clearwater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WAN PowerPoint Template" id="{D649A47C-DF8E-4740-8EA1-34AAEC479AF7}" vid="{B9888E77-D88E-2845-AD1B-E5D9D406A4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Poppins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Poppins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Poppins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Poppins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DD26BE8-71EF-4EB8-B012-1B575AA71728}">
  <we:reference id="1f4df590-35fc-4b16-a239-39709f9d8a74" version="1.0.0.1" store="EXCatalog" storeType="EXCatalog"/>
  <we:alternateReferences>
    <we:reference id="WA104381063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4BF6BA3F017F4BAA4C3D87215FB834" ma:contentTypeVersion="18" ma:contentTypeDescription="Create a new document." ma:contentTypeScope="" ma:versionID="faa8aeab8f57c54a50d4345c6f7b3c87">
  <xsd:schema xmlns:xsd="http://www.w3.org/2001/XMLSchema" xmlns:xs="http://www.w3.org/2001/XMLSchema" xmlns:p="http://schemas.microsoft.com/office/2006/metadata/properties" xmlns:ns2="1ae4f88c-8cfd-42e3-b19c-c2ad7056ce72" xmlns:ns3="a78804a6-dd88-4e52-ad54-dad9b97760d7" targetNamespace="http://schemas.microsoft.com/office/2006/metadata/properties" ma:root="true" ma:fieldsID="9f27a254eed279df387c68ffdac890f6" ns2:_="" ns3:_="">
    <xsd:import namespace="1ae4f88c-8cfd-42e3-b19c-c2ad7056ce72"/>
    <xsd:import namespace="a78804a6-dd88-4e52-ad54-dad9b97760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e4f88c-8cfd-42e3-b19c-c2ad7056ce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0e249bc-5d9f-4763-a5af-46e581c668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8804a6-dd88-4e52-ad54-dad9b97760d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9cc1f05-8bd4-4ce9-b112-639dbf96ff22}" ma:internalName="TaxCatchAll" ma:showField="CatchAllData" ma:web="a78804a6-dd88-4e52-ad54-dad9b97760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e4f88c-8cfd-42e3-b19c-c2ad7056ce72">
      <Terms xmlns="http://schemas.microsoft.com/office/infopath/2007/PartnerControls"/>
    </lcf76f155ced4ddcb4097134ff3c332f>
    <TaxCatchAll xmlns="a78804a6-dd88-4e52-ad54-dad9b97760d7" xsi:nil="true"/>
  </documentManagement>
</p:properties>
</file>

<file path=customXml/itemProps1.xml><?xml version="1.0" encoding="utf-8"?>
<ds:datastoreItem xmlns:ds="http://schemas.openxmlformats.org/officeDocument/2006/customXml" ds:itemID="{DC6216EC-8016-429A-A0F0-7CC733B33B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e4f88c-8cfd-42e3-b19c-c2ad7056ce72"/>
    <ds:schemaRef ds:uri="a78804a6-dd88-4e52-ad54-dad9b97760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444FE8-FD61-4F41-92AD-042089C946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BB3E4C-C5D7-4C0C-8BD1-A9D3B1152CB3}">
  <ds:schemaRefs>
    <ds:schemaRef ds:uri="1ae4f88c-8cfd-42e3-b19c-c2ad7056ce72"/>
    <ds:schemaRef ds:uri="3ec82537-62a3-492e-ac14-c19baa383093"/>
    <ds:schemaRef ds:uri="a78804a6-dd88-4e52-ad54-dad9b97760d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1b54463-0dc6-4729-9f0b-886b1c3961cf}" enabled="1" method="Privileged" siteId="{3dd59dce-9563-4ed5-b9aa-d0320fb1b44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CWAN</Template>
  <Application>Microsoft Office PowerPoint</Application>
  <PresentationFormat>Widescreen</PresentationFormat>
  <Slides>63</Slides>
  <Notes>0</Notes>
  <HiddenSlides>30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4" baseType="lpstr">
      <vt:lpstr>CWAN</vt:lpstr>
      <vt:lpstr>Tips and tricks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Leadership Org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User Guide</vt:lpstr>
      <vt:lpstr>User Guide</vt:lpstr>
      <vt:lpstr>User Guide</vt:lpstr>
      <vt:lpstr>User Guide</vt:lpstr>
      <vt:lpstr>User Guide</vt:lpstr>
      <vt:lpstr>User Guide</vt:lpstr>
      <vt:lpstr>User Guide</vt:lpstr>
      <vt:lpstr>User Guide</vt:lpstr>
      <vt:lpstr>User Guide</vt:lpstr>
      <vt:lpstr>Icons</vt:lpstr>
      <vt:lpstr>Icons (Expanded)</vt:lpstr>
      <vt:lpstr>Table</vt:lpstr>
      <vt:lpstr>Table</vt:lpstr>
      <vt:lpstr>Year Planner</vt:lpstr>
      <vt:lpstr>Week Planner</vt:lpstr>
      <vt:lpstr>Column Chart</vt:lpstr>
      <vt:lpstr>Line Graph</vt:lpstr>
      <vt:lpstr>Bar Chart</vt:lpstr>
      <vt:lpstr>Area Chary</vt:lpstr>
      <vt:lpstr>Waterfall Chart</vt:lpstr>
      <vt:lpstr>Pie Chart</vt:lpstr>
      <vt:lpstr>Statement</vt:lpstr>
      <vt:lpstr>Statement</vt:lpstr>
      <vt:lpstr>Statement</vt:lpstr>
      <vt:lpstr>Percentages</vt:lpstr>
      <vt:lpstr>Organogram</vt:lpstr>
      <vt:lpstr>Flow Chart</vt:lpstr>
      <vt:lpstr>Timeline</vt:lpstr>
      <vt:lpstr>Timeline</vt:lpstr>
      <vt:lpstr>Graphic Pull Outs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HJ Kim</dc:creator>
  <cp:revision>10</cp:revision>
  <dcterms:created xsi:type="dcterms:W3CDTF">2025-11-20T21:13:07Z</dcterms:created>
  <dcterms:modified xsi:type="dcterms:W3CDTF">2026-04-13T05:40:33Z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0x010100824BF6BA3F017F4BAA4C3D87215FB834</vt:lpwstr>
  </property>
  <property fmtid="{D5CDD505-2E9C-101B-9397-08002B2CF9AE}" pid="3" name="MediaServiceImageTags">
    <vt:lpwstr/>
  </property>
</Properties>
</file>